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0">
          <p15:clr>
            <a:srgbClr val="A4A3A4"/>
          </p15:clr>
        </p15:guide>
        <p15:guide id="2" pos="55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5940" autoAdjust="0"/>
  </p:normalViewPr>
  <p:slideViewPr>
    <p:cSldViewPr snapToGrid="0" snapToObjects="1">
      <p:cViewPr varScale="1">
        <p:scale>
          <a:sx n="97" d="100"/>
          <a:sy n="97" d="100"/>
        </p:scale>
        <p:origin x="1056" y="78"/>
      </p:cViewPr>
      <p:guideLst>
        <p:guide orient="horz" pos="3110"/>
        <p:guide pos="55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29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09163" y="1499017"/>
            <a:ext cx="596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</a:t>
            </a:r>
            <a:r>
              <a:rPr lang="ko-KR" altLang="en-US" b="1" dirty="0" err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부트캠프</a:t>
            </a:r>
            <a:r>
              <a:rPr lang="ko-KR" altLang="en-US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12</a:t>
            </a:r>
            <a:r>
              <a:rPr lang="ko-KR" altLang="en-US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</a:t>
            </a:r>
            <a:endParaRPr lang="ko-KR" altLang="en-US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9242" y="5410269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제목을 기입합니다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0474" y="7827365"/>
            <a:ext cx="59610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C</a:t>
            </a:r>
            <a:r>
              <a:rPr lang="ko-KR" altLang="en-US" sz="28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반 </a:t>
            </a:r>
            <a:r>
              <a:rPr lang="en-US" altLang="ko-KR" sz="28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</a:t>
            </a:r>
            <a:r>
              <a:rPr lang="ko-KR" altLang="en-US" sz="28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팀</a:t>
            </a:r>
            <a:endParaRPr lang="en-US" altLang="ko-KR" sz="28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endParaRPr lang="en-US" altLang="ko-KR" sz="28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r>
              <a:rPr lang="ko-KR" altLang="en-US" sz="28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홍길동 </a:t>
            </a:r>
            <a:r>
              <a:rPr lang="ko-KR" altLang="en-US" sz="2800" b="1" dirty="0" err="1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갑돌이</a:t>
            </a:r>
            <a:r>
              <a:rPr lang="ko-KR" altLang="en-US" sz="28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돌돌이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9202" y="4588833"/>
            <a:ext cx="14190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결과보고서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61" y="649796"/>
            <a:ext cx="4510135" cy="219456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2654" y="1373029"/>
            <a:ext cx="5253657" cy="1325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97049" y="2878040"/>
            <a:ext cx="1116012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주제 및 결과 요약</a:t>
            </a:r>
            <a:endParaRPr lang="en-US" altLang="ko-KR" sz="4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 목표 및 개발 결과</a:t>
            </a:r>
            <a:endParaRPr lang="en-US" altLang="ko-KR" sz="4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</a:t>
            </a:r>
            <a:endParaRPr lang="en-US" altLang="ko-KR" sz="4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결과 분석 및 기대 효과</a:t>
            </a:r>
            <a:endParaRPr lang="en-US" altLang="ko-KR" sz="4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향후 연구 과제</a:t>
            </a:r>
            <a:endParaRPr lang="en-US" altLang="ko-KR" sz="4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수행 후기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0750089" y="7383726"/>
            <a:ext cx="6248622" cy="11842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>
                <a:solidFill>
                  <a:schemeClr val="tx1"/>
                </a:solidFill>
              </a:rPr>
              <a:t>필요시 목차 임의 수정 가능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주제 및 결과 요약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84420" y="2488367"/>
            <a:ext cx="11092721" cy="11242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b="1" dirty="0">
                <a:solidFill>
                  <a:schemeClr val="tx1"/>
                </a:solidFill>
              </a:rPr>
              <a:t>간략하게 </a:t>
            </a:r>
            <a:r>
              <a:rPr lang="en-US" altLang="ko-KR" sz="3200" b="1" dirty="0">
                <a:solidFill>
                  <a:schemeClr val="tx1"/>
                </a:solidFill>
              </a:rPr>
              <a:t>1 </a:t>
            </a:r>
            <a:r>
              <a:rPr lang="ko-KR" altLang="en-US" sz="3200" b="1" dirty="0">
                <a:solidFill>
                  <a:schemeClr val="tx1"/>
                </a:solidFill>
              </a:rPr>
              <a:t>페이지에 프로젝트의 주제</a:t>
            </a:r>
            <a:r>
              <a:rPr lang="en-US" altLang="ko-KR" sz="3200" b="1" dirty="0">
                <a:solidFill>
                  <a:schemeClr val="tx1"/>
                </a:solidFill>
              </a:rPr>
              <a:t>, </a:t>
            </a:r>
            <a:r>
              <a:rPr lang="ko-KR" altLang="en-US" sz="3200" b="1" dirty="0">
                <a:solidFill>
                  <a:schemeClr val="tx1"/>
                </a:solidFill>
              </a:rPr>
              <a:t>목표</a:t>
            </a:r>
            <a:r>
              <a:rPr lang="en-US" altLang="ko-KR" sz="3200" b="1" dirty="0">
                <a:solidFill>
                  <a:schemeClr val="tx1"/>
                </a:solidFill>
              </a:rPr>
              <a:t>, </a:t>
            </a:r>
            <a:r>
              <a:rPr lang="ko-KR" altLang="en-US" sz="3200" b="1" dirty="0">
                <a:solidFill>
                  <a:schemeClr val="tx1"/>
                </a:solidFill>
              </a:rPr>
              <a:t>결과를 요약</a:t>
            </a:r>
          </a:p>
        </p:txBody>
      </p:sp>
    </p:spTree>
    <p:extLst>
      <p:ext uri="{BB962C8B-B14F-4D97-AF65-F5344CB8AC3E}">
        <p14:creationId xmlns:p14="http://schemas.microsoft.com/office/powerpoint/2010/main" val="3589041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 목표 및 개발 결과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84420" y="2488367"/>
            <a:ext cx="11092721" cy="25483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처음 기획한 개발 목표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실제 개발 결과 소개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가급적 결과 내용을 상세히 기술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페이지 수 무관</a:t>
            </a:r>
          </a:p>
        </p:txBody>
      </p:sp>
    </p:spTree>
    <p:extLst>
      <p:ext uri="{BB962C8B-B14F-4D97-AF65-F5344CB8AC3E}">
        <p14:creationId xmlns:p14="http://schemas.microsoft.com/office/powerpoint/2010/main" val="73432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 기술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84420" y="2488367"/>
            <a:ext cx="11092721" cy="21885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개발에 사용된 가장 핵심적으로 구현된 기술 소개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기술 내용 또는 소스코드 등 다양한 방법으로 핵심을 소개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페이지 수 무관</a:t>
            </a:r>
          </a:p>
        </p:txBody>
      </p:sp>
    </p:spTree>
    <p:extLst>
      <p:ext uri="{BB962C8B-B14F-4D97-AF65-F5344CB8AC3E}">
        <p14:creationId xmlns:p14="http://schemas.microsoft.com/office/powerpoint/2010/main" val="3341560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결과 분석 및 기대 효과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84420" y="2488367"/>
            <a:ext cx="11092721" cy="245838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결과물에 대한 성능측정 또는 목표달성 여부 등 평가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성능이 낮을 경우 원인 분석 및 개선책 검토 기록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성능이 만족했을 경우 향후 활용 가능한 기대효과 기록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가급적 </a:t>
            </a:r>
            <a:r>
              <a:rPr lang="en-US" altLang="ko-KR" sz="3200" b="1" dirty="0">
                <a:solidFill>
                  <a:schemeClr val="tx1"/>
                </a:solidFill>
              </a:rPr>
              <a:t>1 </a:t>
            </a:r>
            <a:r>
              <a:rPr lang="ko-KR" altLang="en-US" sz="3200" b="1" dirty="0">
                <a:solidFill>
                  <a:schemeClr val="tx1"/>
                </a:solidFill>
              </a:rPr>
              <a:t>페이지로 정리</a:t>
            </a:r>
          </a:p>
        </p:txBody>
      </p:sp>
    </p:spTree>
    <p:extLst>
      <p:ext uri="{BB962C8B-B14F-4D97-AF65-F5344CB8AC3E}">
        <p14:creationId xmlns:p14="http://schemas.microsoft.com/office/powerpoint/2010/main" val="3256740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5.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향후 연구 과제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84420" y="2488367"/>
            <a:ext cx="11092721" cy="179882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개발 결과물의 추후 개선점</a:t>
            </a:r>
            <a:r>
              <a:rPr lang="en-US" altLang="ko-KR" sz="3200" b="1" dirty="0">
                <a:solidFill>
                  <a:schemeClr val="tx1"/>
                </a:solidFill>
              </a:rPr>
              <a:t>, </a:t>
            </a:r>
            <a:r>
              <a:rPr lang="ko-KR" altLang="en-US" sz="3200" b="1" dirty="0">
                <a:solidFill>
                  <a:schemeClr val="tx1"/>
                </a:solidFill>
              </a:rPr>
              <a:t>후속 개발 주제 등에 대한 내용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가급적 </a:t>
            </a:r>
            <a:r>
              <a:rPr lang="en-US" altLang="ko-KR" sz="3200" b="1" dirty="0">
                <a:solidFill>
                  <a:schemeClr val="tx1"/>
                </a:solidFill>
              </a:rPr>
              <a:t>1</a:t>
            </a:r>
            <a:r>
              <a:rPr lang="ko-KR" altLang="en-US" sz="3200" b="1" dirty="0">
                <a:solidFill>
                  <a:schemeClr val="tx1"/>
                </a:solidFill>
              </a:rPr>
              <a:t>페이지로 요약</a:t>
            </a:r>
          </a:p>
        </p:txBody>
      </p:sp>
    </p:spTree>
    <p:extLst>
      <p:ext uri="{BB962C8B-B14F-4D97-AF65-F5344CB8AC3E}">
        <p14:creationId xmlns:p14="http://schemas.microsoft.com/office/powerpoint/2010/main" val="3019012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6.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수행 후기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84420" y="2488367"/>
            <a:ext cx="11092721" cy="22035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프로젝트 수행에 따른 </a:t>
            </a:r>
            <a:r>
              <a:rPr lang="ko-KR" altLang="en-US" sz="3200" b="1" dirty="0" err="1">
                <a:solidFill>
                  <a:schemeClr val="tx1"/>
                </a:solidFill>
              </a:rPr>
              <a:t>느낀점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 err="1">
                <a:solidFill>
                  <a:schemeClr val="tx1"/>
                </a:solidFill>
              </a:rPr>
              <a:t>개발중</a:t>
            </a:r>
            <a:r>
              <a:rPr lang="ko-KR" altLang="en-US" sz="3200" b="1" dirty="0">
                <a:solidFill>
                  <a:schemeClr val="tx1"/>
                </a:solidFill>
              </a:rPr>
              <a:t> 어려웠던 점 그리고 이를 극복한 사연 등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r>
              <a:rPr lang="ko-KR" altLang="en-US" sz="3200" b="1" dirty="0">
                <a:solidFill>
                  <a:schemeClr val="tx1"/>
                </a:solidFill>
              </a:rPr>
              <a:t>교육과 프로젝트를 마무리한 소회 등</a:t>
            </a:r>
            <a:r>
              <a:rPr lang="en-US" altLang="ko-KR" sz="3200" b="1" dirty="0">
                <a:solidFill>
                  <a:schemeClr val="tx1"/>
                </a:solidFill>
              </a:rPr>
              <a:t>… 1</a:t>
            </a:r>
            <a:r>
              <a:rPr lang="ko-KR" altLang="en-US" sz="3200" b="1" dirty="0">
                <a:solidFill>
                  <a:schemeClr val="tx1"/>
                </a:solidFill>
              </a:rPr>
              <a:t>페이지로 정리 </a:t>
            </a:r>
          </a:p>
        </p:txBody>
      </p:sp>
    </p:spTree>
    <p:extLst>
      <p:ext uri="{BB962C8B-B14F-4D97-AF65-F5344CB8AC3E}">
        <p14:creationId xmlns:p14="http://schemas.microsoft.com/office/powerpoint/2010/main" val="2477282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189</Words>
  <Application>Microsoft Office PowerPoint</Application>
  <PresentationFormat>사용자 지정</PresentationFormat>
  <Paragraphs>38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LG스마트체2.0 Regular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 Reskilling 오리엔테이션</dc:title>
  <dc:subject>Presentation</dc:subject>
  <dc:creator>mangoboard.net_22081255</dc:creator>
  <cp:lastModifiedBy>Microsoft 계정</cp:lastModifiedBy>
  <cp:revision>20</cp:revision>
  <dcterms:created xsi:type="dcterms:W3CDTF">2022-12-09T16:47:26Z</dcterms:created>
  <dcterms:modified xsi:type="dcterms:W3CDTF">2026-04-14T13:15:18Z</dcterms:modified>
</cp:coreProperties>
</file>