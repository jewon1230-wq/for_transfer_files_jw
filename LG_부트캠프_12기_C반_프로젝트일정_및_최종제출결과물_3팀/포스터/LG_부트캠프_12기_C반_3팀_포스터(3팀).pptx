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2" r:id="rId2"/>
    <p:sldId id="264" r:id="rId3"/>
  </p:sldIdLst>
  <p:sldSz cx="6858000" cy="9906000" type="A4"/>
  <p:notesSz cx="6858000" cy="9144000"/>
  <p:embeddedFontLst>
    <p:embeddedFont>
      <p:font typeface="LG스마트체2.0 Bold" panose="020B0600000101010101" pitchFamily="50" charset="-127"/>
      <p:bold r:id="rId4"/>
    </p:embeddedFont>
    <p:embeddedFont>
      <p:font typeface="LG스마트체2.0 Light" panose="020B0600000101010101" pitchFamily="50" charset="-127"/>
      <p:regular r:id="rId5"/>
    </p:embeddedFont>
    <p:embeddedFont>
      <p:font typeface="LG스마트체2.0 Regular" panose="020B0600000101010101" pitchFamily="50" charset="-127"/>
      <p:regular r:id="rId6"/>
    </p:embeddedFont>
    <p:embeddedFont>
      <p:font typeface="LG스마트체2.0 SemiBold" panose="020B0600000101010101" pitchFamily="50" charset="-127"/>
      <p:bold r:id="rId7"/>
    </p:embeddedFont>
  </p:embeddedFontLst>
  <p:defaultTextStyle>
    <a:defPPr>
      <a:defRPr lang="en-US"/>
    </a:defPPr>
    <a:lvl1pPr marL="0" algn="l" defTabSz="560998" rtl="0" eaLnBrk="1" latinLnBrk="0" hangingPunct="1">
      <a:defRPr sz="1104" kern="1200">
        <a:solidFill>
          <a:schemeClr val="tx1"/>
        </a:solidFill>
        <a:latin typeface="+mn-lt"/>
        <a:ea typeface="+mn-ea"/>
        <a:cs typeface="+mn-cs"/>
      </a:defRPr>
    </a:lvl1pPr>
    <a:lvl2pPr marL="280499" algn="l" defTabSz="560998" rtl="0" eaLnBrk="1" latinLnBrk="0" hangingPunct="1">
      <a:defRPr sz="1104" kern="1200">
        <a:solidFill>
          <a:schemeClr val="tx1"/>
        </a:solidFill>
        <a:latin typeface="+mn-lt"/>
        <a:ea typeface="+mn-ea"/>
        <a:cs typeface="+mn-cs"/>
      </a:defRPr>
    </a:lvl2pPr>
    <a:lvl3pPr marL="560998" algn="l" defTabSz="560998" rtl="0" eaLnBrk="1" latinLnBrk="0" hangingPunct="1">
      <a:defRPr sz="1104" kern="1200">
        <a:solidFill>
          <a:schemeClr val="tx1"/>
        </a:solidFill>
        <a:latin typeface="+mn-lt"/>
        <a:ea typeface="+mn-ea"/>
        <a:cs typeface="+mn-cs"/>
      </a:defRPr>
    </a:lvl3pPr>
    <a:lvl4pPr marL="841497" algn="l" defTabSz="560998" rtl="0" eaLnBrk="1" latinLnBrk="0" hangingPunct="1">
      <a:defRPr sz="1104" kern="1200">
        <a:solidFill>
          <a:schemeClr val="tx1"/>
        </a:solidFill>
        <a:latin typeface="+mn-lt"/>
        <a:ea typeface="+mn-ea"/>
        <a:cs typeface="+mn-cs"/>
      </a:defRPr>
    </a:lvl4pPr>
    <a:lvl5pPr marL="1121996" algn="l" defTabSz="560998" rtl="0" eaLnBrk="1" latinLnBrk="0" hangingPunct="1">
      <a:defRPr sz="1104" kern="1200">
        <a:solidFill>
          <a:schemeClr val="tx1"/>
        </a:solidFill>
        <a:latin typeface="+mn-lt"/>
        <a:ea typeface="+mn-ea"/>
        <a:cs typeface="+mn-cs"/>
      </a:defRPr>
    </a:lvl5pPr>
    <a:lvl6pPr marL="1402495" algn="l" defTabSz="560998" rtl="0" eaLnBrk="1" latinLnBrk="0" hangingPunct="1">
      <a:defRPr sz="1104" kern="1200">
        <a:solidFill>
          <a:schemeClr val="tx1"/>
        </a:solidFill>
        <a:latin typeface="+mn-lt"/>
        <a:ea typeface="+mn-ea"/>
        <a:cs typeface="+mn-cs"/>
      </a:defRPr>
    </a:lvl6pPr>
    <a:lvl7pPr marL="1682994" algn="l" defTabSz="560998" rtl="0" eaLnBrk="1" latinLnBrk="0" hangingPunct="1">
      <a:defRPr sz="1104" kern="1200">
        <a:solidFill>
          <a:schemeClr val="tx1"/>
        </a:solidFill>
        <a:latin typeface="+mn-lt"/>
        <a:ea typeface="+mn-ea"/>
        <a:cs typeface="+mn-cs"/>
      </a:defRPr>
    </a:lvl7pPr>
    <a:lvl8pPr marL="1963492" algn="l" defTabSz="560998" rtl="0" eaLnBrk="1" latinLnBrk="0" hangingPunct="1">
      <a:defRPr sz="1104" kern="1200">
        <a:solidFill>
          <a:schemeClr val="tx1"/>
        </a:solidFill>
        <a:latin typeface="+mn-lt"/>
        <a:ea typeface="+mn-ea"/>
        <a:cs typeface="+mn-cs"/>
      </a:defRPr>
    </a:lvl8pPr>
    <a:lvl9pPr marL="2243992" algn="l" defTabSz="560998" rtl="0" eaLnBrk="1" latinLnBrk="0" hangingPunct="1">
      <a:defRPr sz="11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28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D5D"/>
    <a:srgbClr val="FF82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3222" y="72"/>
      </p:cViewPr>
      <p:guideLst>
        <p:guide orient="horz" pos="3328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5638" y="1318836"/>
            <a:ext cx="4710545" cy="9100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1274" y="2405743"/>
            <a:ext cx="3879273" cy="108494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771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542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31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085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856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6627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9398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2170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767" y="2728082"/>
            <a:ext cx="4710545" cy="843189"/>
          </a:xfrm>
        </p:spPr>
        <p:txBody>
          <a:bodyPr anchor="t"/>
          <a:lstStyle>
            <a:lvl1pPr algn="l">
              <a:defRPr sz="2424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7767" y="1799395"/>
            <a:ext cx="4710545" cy="928687"/>
          </a:xfrm>
        </p:spPr>
        <p:txBody>
          <a:bodyPr anchor="b"/>
          <a:lstStyle>
            <a:lvl1pPr marL="0" indent="0">
              <a:buNone/>
              <a:defRPr sz="1212">
                <a:solidFill>
                  <a:schemeClr val="tx1">
                    <a:tint val="75000"/>
                  </a:schemeClr>
                </a:solidFill>
              </a:defRPr>
            </a:lvl1pPr>
            <a:lvl2pPr marL="277127" indent="0">
              <a:buNone/>
              <a:defRPr sz="1091">
                <a:solidFill>
                  <a:schemeClr val="tx1">
                    <a:tint val="75000"/>
                  </a:schemeClr>
                </a:solidFill>
              </a:defRPr>
            </a:lvl2pPr>
            <a:lvl3pPr marL="554254" indent="0">
              <a:buNone/>
              <a:defRPr sz="970">
                <a:solidFill>
                  <a:schemeClr val="tx1">
                    <a:tint val="75000"/>
                  </a:schemeClr>
                </a:solidFill>
              </a:defRPr>
            </a:lvl3pPr>
            <a:lvl4pPr marL="831381" indent="0">
              <a:buNone/>
              <a:defRPr sz="849">
                <a:solidFill>
                  <a:schemeClr val="tx1">
                    <a:tint val="75000"/>
                  </a:schemeClr>
                </a:solidFill>
              </a:defRPr>
            </a:lvl4pPr>
            <a:lvl5pPr marL="1108508" indent="0">
              <a:buNone/>
              <a:defRPr sz="849">
                <a:solidFill>
                  <a:schemeClr val="tx1">
                    <a:tint val="75000"/>
                  </a:schemeClr>
                </a:solidFill>
              </a:defRPr>
            </a:lvl5pPr>
            <a:lvl6pPr marL="1385635" indent="0">
              <a:buNone/>
              <a:defRPr sz="849">
                <a:solidFill>
                  <a:schemeClr val="tx1">
                    <a:tint val="75000"/>
                  </a:schemeClr>
                </a:solidFill>
              </a:defRPr>
            </a:lvl6pPr>
            <a:lvl7pPr marL="1662762" indent="0">
              <a:buNone/>
              <a:defRPr sz="849">
                <a:solidFill>
                  <a:schemeClr val="tx1">
                    <a:tint val="75000"/>
                  </a:schemeClr>
                </a:solidFill>
              </a:defRPr>
            </a:lvl7pPr>
            <a:lvl8pPr marL="1939888" indent="0">
              <a:buNone/>
              <a:defRPr sz="849">
                <a:solidFill>
                  <a:schemeClr val="tx1">
                    <a:tint val="75000"/>
                  </a:schemeClr>
                </a:solidFill>
              </a:defRPr>
            </a:lvl8pPr>
            <a:lvl9pPr marL="2217015" indent="0">
              <a:buNone/>
              <a:defRPr sz="84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7091" y="990601"/>
            <a:ext cx="2447636" cy="2801787"/>
          </a:xfrm>
        </p:spPr>
        <p:txBody>
          <a:bodyPr/>
          <a:lstStyle>
            <a:lvl1pPr>
              <a:defRPr sz="1697"/>
            </a:lvl1pPr>
            <a:lvl2pPr>
              <a:defRPr sz="1455"/>
            </a:lvl2pPr>
            <a:lvl3pPr>
              <a:defRPr sz="1212"/>
            </a:lvl3pPr>
            <a:lvl4pPr>
              <a:defRPr sz="1091"/>
            </a:lvl4pPr>
            <a:lvl5pPr>
              <a:defRPr sz="1091"/>
            </a:lvl5pPr>
            <a:lvl6pPr>
              <a:defRPr sz="1091"/>
            </a:lvl6pPr>
            <a:lvl7pPr>
              <a:defRPr sz="1091"/>
            </a:lvl7pPr>
            <a:lvl8pPr>
              <a:defRPr sz="1091"/>
            </a:lvl8pPr>
            <a:lvl9pPr>
              <a:defRPr sz="109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17091" y="990601"/>
            <a:ext cx="2447636" cy="2801787"/>
          </a:xfrm>
        </p:spPr>
        <p:txBody>
          <a:bodyPr/>
          <a:lstStyle>
            <a:lvl1pPr>
              <a:defRPr sz="1697"/>
            </a:lvl1pPr>
            <a:lvl2pPr>
              <a:defRPr sz="1455"/>
            </a:lvl2pPr>
            <a:lvl3pPr>
              <a:defRPr sz="1212"/>
            </a:lvl3pPr>
            <a:lvl4pPr>
              <a:defRPr sz="1091"/>
            </a:lvl4pPr>
            <a:lvl5pPr>
              <a:defRPr sz="1091"/>
            </a:lvl5pPr>
            <a:lvl6pPr>
              <a:defRPr sz="1091"/>
            </a:lvl6pPr>
            <a:lvl7pPr>
              <a:defRPr sz="1091"/>
            </a:lvl7pPr>
            <a:lvl8pPr>
              <a:defRPr sz="1091"/>
            </a:lvl8pPr>
            <a:lvl9pPr>
              <a:defRPr sz="109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091" y="950309"/>
            <a:ext cx="2448599" cy="396043"/>
          </a:xfrm>
        </p:spPr>
        <p:txBody>
          <a:bodyPr anchor="b"/>
          <a:lstStyle>
            <a:lvl1pPr marL="0" indent="0">
              <a:buNone/>
              <a:defRPr sz="1455" b="1"/>
            </a:lvl1pPr>
            <a:lvl2pPr marL="277127" indent="0">
              <a:buNone/>
              <a:defRPr sz="1212" b="1"/>
            </a:lvl2pPr>
            <a:lvl3pPr marL="554254" indent="0">
              <a:buNone/>
              <a:defRPr sz="1091" b="1"/>
            </a:lvl3pPr>
            <a:lvl4pPr marL="831381" indent="0">
              <a:buNone/>
              <a:defRPr sz="970" b="1"/>
            </a:lvl4pPr>
            <a:lvl5pPr marL="1108508" indent="0">
              <a:buNone/>
              <a:defRPr sz="970" b="1"/>
            </a:lvl5pPr>
            <a:lvl6pPr marL="1385635" indent="0">
              <a:buNone/>
              <a:defRPr sz="970" b="1"/>
            </a:lvl6pPr>
            <a:lvl7pPr marL="1662762" indent="0">
              <a:buNone/>
              <a:defRPr sz="970" b="1"/>
            </a:lvl7pPr>
            <a:lvl8pPr marL="1939888" indent="0">
              <a:buNone/>
              <a:defRPr sz="970" b="1"/>
            </a:lvl8pPr>
            <a:lvl9pPr marL="2217015" indent="0">
              <a:buNone/>
              <a:defRPr sz="97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091" y="1346352"/>
            <a:ext cx="2448599" cy="2446035"/>
          </a:xfrm>
        </p:spPr>
        <p:txBody>
          <a:bodyPr/>
          <a:lstStyle>
            <a:lvl1pPr>
              <a:defRPr sz="1455"/>
            </a:lvl1pPr>
            <a:lvl2pPr>
              <a:defRPr sz="1212"/>
            </a:lvl2pPr>
            <a:lvl3pPr>
              <a:defRPr sz="1091"/>
            </a:lvl3pPr>
            <a:lvl4pPr>
              <a:defRPr sz="970"/>
            </a:lvl4pPr>
            <a:lvl5pPr>
              <a:defRPr sz="970"/>
            </a:lvl5pPr>
            <a:lvl6pPr>
              <a:defRPr sz="970"/>
            </a:lvl6pPr>
            <a:lvl7pPr>
              <a:defRPr sz="970"/>
            </a:lvl7pPr>
            <a:lvl8pPr>
              <a:defRPr sz="970"/>
            </a:lvl8pPr>
            <a:lvl9pPr>
              <a:defRPr sz="97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15167" y="950309"/>
            <a:ext cx="2449561" cy="396043"/>
          </a:xfrm>
        </p:spPr>
        <p:txBody>
          <a:bodyPr anchor="b"/>
          <a:lstStyle>
            <a:lvl1pPr marL="0" indent="0">
              <a:buNone/>
              <a:defRPr sz="1455" b="1"/>
            </a:lvl1pPr>
            <a:lvl2pPr marL="277127" indent="0">
              <a:buNone/>
              <a:defRPr sz="1212" b="1"/>
            </a:lvl2pPr>
            <a:lvl3pPr marL="554254" indent="0">
              <a:buNone/>
              <a:defRPr sz="1091" b="1"/>
            </a:lvl3pPr>
            <a:lvl4pPr marL="831381" indent="0">
              <a:buNone/>
              <a:defRPr sz="970" b="1"/>
            </a:lvl4pPr>
            <a:lvl5pPr marL="1108508" indent="0">
              <a:buNone/>
              <a:defRPr sz="970" b="1"/>
            </a:lvl5pPr>
            <a:lvl6pPr marL="1385635" indent="0">
              <a:buNone/>
              <a:defRPr sz="970" b="1"/>
            </a:lvl6pPr>
            <a:lvl7pPr marL="1662762" indent="0">
              <a:buNone/>
              <a:defRPr sz="970" b="1"/>
            </a:lvl7pPr>
            <a:lvl8pPr marL="1939888" indent="0">
              <a:buNone/>
              <a:defRPr sz="970" b="1"/>
            </a:lvl8pPr>
            <a:lvl9pPr marL="2217015" indent="0">
              <a:buNone/>
              <a:defRPr sz="97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815167" y="1346352"/>
            <a:ext cx="2449561" cy="2446035"/>
          </a:xfrm>
        </p:spPr>
        <p:txBody>
          <a:bodyPr/>
          <a:lstStyle>
            <a:lvl1pPr>
              <a:defRPr sz="1455"/>
            </a:lvl1pPr>
            <a:lvl2pPr>
              <a:defRPr sz="1212"/>
            </a:lvl2pPr>
            <a:lvl3pPr>
              <a:defRPr sz="1091"/>
            </a:lvl3pPr>
            <a:lvl4pPr>
              <a:defRPr sz="970"/>
            </a:lvl4pPr>
            <a:lvl5pPr>
              <a:defRPr sz="970"/>
            </a:lvl5pPr>
            <a:lvl6pPr>
              <a:defRPr sz="970"/>
            </a:lvl6pPr>
            <a:lvl7pPr>
              <a:defRPr sz="970"/>
            </a:lvl7pPr>
            <a:lvl8pPr>
              <a:defRPr sz="970"/>
            </a:lvl8pPr>
            <a:lvl9pPr>
              <a:defRPr sz="97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091" y="169031"/>
            <a:ext cx="1823220" cy="719364"/>
          </a:xfrm>
        </p:spPr>
        <p:txBody>
          <a:bodyPr anchor="b"/>
          <a:lstStyle>
            <a:lvl1pPr algn="l">
              <a:defRPr sz="1212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6697" y="169031"/>
            <a:ext cx="3098030" cy="3623356"/>
          </a:xfrm>
        </p:spPr>
        <p:txBody>
          <a:bodyPr/>
          <a:lstStyle>
            <a:lvl1pPr>
              <a:defRPr sz="1940"/>
            </a:lvl1pPr>
            <a:lvl2pPr>
              <a:defRPr sz="1697"/>
            </a:lvl2pPr>
            <a:lvl3pPr>
              <a:defRPr sz="1455"/>
            </a:lvl3pPr>
            <a:lvl4pPr>
              <a:defRPr sz="1212"/>
            </a:lvl4pPr>
            <a:lvl5pPr>
              <a:defRPr sz="1212"/>
            </a:lvl5pPr>
            <a:lvl6pPr>
              <a:defRPr sz="1212"/>
            </a:lvl6pPr>
            <a:lvl7pPr>
              <a:defRPr sz="1212"/>
            </a:lvl7pPr>
            <a:lvl8pPr>
              <a:defRPr sz="1212"/>
            </a:lvl8pPr>
            <a:lvl9pPr>
              <a:defRPr sz="121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7091" y="888396"/>
            <a:ext cx="1823220" cy="2903991"/>
          </a:xfrm>
        </p:spPr>
        <p:txBody>
          <a:bodyPr/>
          <a:lstStyle>
            <a:lvl1pPr marL="0" indent="0">
              <a:buNone/>
              <a:defRPr sz="849"/>
            </a:lvl1pPr>
            <a:lvl2pPr marL="277127" indent="0">
              <a:buNone/>
              <a:defRPr sz="727"/>
            </a:lvl2pPr>
            <a:lvl3pPr marL="554254" indent="0">
              <a:buNone/>
              <a:defRPr sz="606"/>
            </a:lvl3pPr>
            <a:lvl4pPr marL="831381" indent="0">
              <a:buNone/>
              <a:defRPr sz="545"/>
            </a:lvl4pPr>
            <a:lvl5pPr marL="1108508" indent="0">
              <a:buNone/>
              <a:defRPr sz="545"/>
            </a:lvl5pPr>
            <a:lvl6pPr marL="1385635" indent="0">
              <a:buNone/>
              <a:defRPr sz="545"/>
            </a:lvl6pPr>
            <a:lvl7pPr marL="1662762" indent="0">
              <a:buNone/>
              <a:defRPr sz="545"/>
            </a:lvl7pPr>
            <a:lvl8pPr marL="1939888" indent="0">
              <a:buNone/>
              <a:defRPr sz="545"/>
            </a:lvl8pPr>
            <a:lvl9pPr marL="2217015" indent="0">
              <a:buNone/>
              <a:defRPr sz="5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236" y="2971800"/>
            <a:ext cx="3325091" cy="350838"/>
          </a:xfrm>
        </p:spPr>
        <p:txBody>
          <a:bodyPr anchor="b"/>
          <a:lstStyle>
            <a:lvl1pPr algn="l">
              <a:defRPr sz="1212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86236" y="379338"/>
            <a:ext cx="3325091" cy="2547257"/>
          </a:xfrm>
        </p:spPr>
        <p:txBody>
          <a:bodyPr/>
          <a:lstStyle>
            <a:lvl1pPr marL="0" indent="0">
              <a:buNone/>
              <a:defRPr sz="1940"/>
            </a:lvl1pPr>
            <a:lvl2pPr marL="277127" indent="0">
              <a:buNone/>
              <a:defRPr sz="1697"/>
            </a:lvl2pPr>
            <a:lvl3pPr marL="554254" indent="0">
              <a:buNone/>
              <a:defRPr sz="1455"/>
            </a:lvl3pPr>
            <a:lvl4pPr marL="831381" indent="0">
              <a:buNone/>
              <a:defRPr sz="1212"/>
            </a:lvl4pPr>
            <a:lvl5pPr marL="1108508" indent="0">
              <a:buNone/>
              <a:defRPr sz="1212"/>
            </a:lvl5pPr>
            <a:lvl6pPr marL="1385635" indent="0">
              <a:buNone/>
              <a:defRPr sz="1212"/>
            </a:lvl6pPr>
            <a:lvl7pPr marL="1662762" indent="0">
              <a:buNone/>
              <a:defRPr sz="1212"/>
            </a:lvl7pPr>
            <a:lvl8pPr marL="1939888" indent="0">
              <a:buNone/>
              <a:defRPr sz="1212"/>
            </a:lvl8pPr>
            <a:lvl9pPr marL="2217015" indent="0">
              <a:buNone/>
              <a:defRPr sz="1212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6236" y="3322638"/>
            <a:ext cx="3325091" cy="498248"/>
          </a:xfrm>
        </p:spPr>
        <p:txBody>
          <a:bodyPr/>
          <a:lstStyle>
            <a:lvl1pPr marL="0" indent="0">
              <a:buNone/>
              <a:defRPr sz="849"/>
            </a:lvl1pPr>
            <a:lvl2pPr marL="277127" indent="0">
              <a:buNone/>
              <a:defRPr sz="727"/>
            </a:lvl2pPr>
            <a:lvl3pPr marL="554254" indent="0">
              <a:buNone/>
              <a:defRPr sz="606"/>
            </a:lvl3pPr>
            <a:lvl4pPr marL="831381" indent="0">
              <a:buNone/>
              <a:defRPr sz="545"/>
            </a:lvl4pPr>
            <a:lvl5pPr marL="1108508" indent="0">
              <a:buNone/>
              <a:defRPr sz="545"/>
            </a:lvl5pPr>
            <a:lvl6pPr marL="1385635" indent="0">
              <a:buNone/>
              <a:defRPr sz="545"/>
            </a:lvl6pPr>
            <a:lvl7pPr marL="1662762" indent="0">
              <a:buNone/>
              <a:defRPr sz="545"/>
            </a:lvl7pPr>
            <a:lvl8pPr marL="1939888" indent="0">
              <a:buNone/>
              <a:defRPr sz="545"/>
            </a:lvl8pPr>
            <a:lvl9pPr marL="2217015" indent="0">
              <a:buNone/>
              <a:defRPr sz="5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017818" y="170015"/>
            <a:ext cx="1246909" cy="36223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7091" y="170015"/>
            <a:ext cx="3648364" cy="36223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7091" y="170015"/>
            <a:ext cx="4987636" cy="7075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091" y="990601"/>
            <a:ext cx="4987636" cy="2801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7091" y="3934884"/>
            <a:ext cx="1293091" cy="226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93456" y="3934884"/>
            <a:ext cx="1754909" cy="226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71636" y="3934884"/>
            <a:ext cx="1293091" cy="226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54254" rtl="0" eaLnBrk="1" latinLnBrk="0" hangingPunct="1">
        <a:spcBef>
          <a:spcPct val="0"/>
        </a:spcBef>
        <a:buNone/>
        <a:defRPr sz="2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7846" indent="-207846" algn="l" defTabSz="554254" rtl="0" eaLnBrk="1" latinLnBrk="0" hangingPunct="1">
        <a:spcBef>
          <a:spcPct val="20000"/>
        </a:spcBef>
        <a:buFont typeface="Arial" pitchFamily="34" charset="0"/>
        <a:buChar char="•"/>
        <a:defRPr sz="1940" kern="1200">
          <a:solidFill>
            <a:schemeClr val="tx1"/>
          </a:solidFill>
          <a:latin typeface="+mn-lt"/>
          <a:ea typeface="+mn-ea"/>
          <a:cs typeface="+mn-cs"/>
        </a:defRPr>
      </a:lvl1pPr>
      <a:lvl2pPr marL="450331" indent="-173204" algn="l" defTabSz="554254" rtl="0" eaLnBrk="1" latinLnBrk="0" hangingPunct="1">
        <a:spcBef>
          <a:spcPct val="20000"/>
        </a:spcBef>
        <a:buFont typeface="Arial" pitchFamily="34" charset="0"/>
        <a:buChar char="–"/>
        <a:defRPr sz="1697" kern="1200">
          <a:solidFill>
            <a:schemeClr val="tx1"/>
          </a:solidFill>
          <a:latin typeface="+mn-lt"/>
          <a:ea typeface="+mn-ea"/>
          <a:cs typeface="+mn-cs"/>
        </a:defRPr>
      </a:lvl2pPr>
      <a:lvl3pPr marL="692817" indent="-138563" algn="l" defTabSz="554254" rtl="0" eaLnBrk="1" latinLnBrk="0" hangingPunct="1">
        <a:spcBef>
          <a:spcPct val="20000"/>
        </a:spcBef>
        <a:buFont typeface="Arial" pitchFamily="34" charset="0"/>
        <a:buChar char="•"/>
        <a:defRPr sz="1455" kern="1200">
          <a:solidFill>
            <a:schemeClr val="tx1"/>
          </a:solidFill>
          <a:latin typeface="+mn-lt"/>
          <a:ea typeface="+mn-ea"/>
          <a:cs typeface="+mn-cs"/>
        </a:defRPr>
      </a:lvl3pPr>
      <a:lvl4pPr marL="969944" indent="-138563" algn="l" defTabSz="554254" rtl="0" eaLnBrk="1" latinLnBrk="0" hangingPunct="1">
        <a:spcBef>
          <a:spcPct val="20000"/>
        </a:spcBef>
        <a:buFont typeface="Arial" pitchFamily="34" charset="0"/>
        <a:buChar char="–"/>
        <a:defRPr sz="1212" kern="1200">
          <a:solidFill>
            <a:schemeClr val="tx1"/>
          </a:solidFill>
          <a:latin typeface="+mn-lt"/>
          <a:ea typeface="+mn-ea"/>
          <a:cs typeface="+mn-cs"/>
        </a:defRPr>
      </a:lvl4pPr>
      <a:lvl5pPr marL="1247071" indent="-138563" algn="l" defTabSz="554254" rtl="0" eaLnBrk="1" latinLnBrk="0" hangingPunct="1">
        <a:spcBef>
          <a:spcPct val="20000"/>
        </a:spcBef>
        <a:buFont typeface="Arial" pitchFamily="34" charset="0"/>
        <a:buChar char="»"/>
        <a:defRPr sz="1212" kern="1200">
          <a:solidFill>
            <a:schemeClr val="tx1"/>
          </a:solidFill>
          <a:latin typeface="+mn-lt"/>
          <a:ea typeface="+mn-ea"/>
          <a:cs typeface="+mn-cs"/>
        </a:defRPr>
      </a:lvl5pPr>
      <a:lvl6pPr marL="1524198" indent="-138563" algn="l" defTabSz="554254" rtl="0" eaLnBrk="1" latinLnBrk="0" hangingPunct="1">
        <a:spcBef>
          <a:spcPct val="20000"/>
        </a:spcBef>
        <a:buFont typeface="Arial" pitchFamily="34" charset="0"/>
        <a:buChar char="•"/>
        <a:defRPr sz="1212" kern="1200">
          <a:solidFill>
            <a:schemeClr val="tx1"/>
          </a:solidFill>
          <a:latin typeface="+mn-lt"/>
          <a:ea typeface="+mn-ea"/>
          <a:cs typeface="+mn-cs"/>
        </a:defRPr>
      </a:lvl6pPr>
      <a:lvl7pPr marL="1801325" indent="-138563" algn="l" defTabSz="554254" rtl="0" eaLnBrk="1" latinLnBrk="0" hangingPunct="1">
        <a:spcBef>
          <a:spcPct val="20000"/>
        </a:spcBef>
        <a:buFont typeface="Arial" pitchFamily="34" charset="0"/>
        <a:buChar char="•"/>
        <a:defRPr sz="1212" kern="1200">
          <a:solidFill>
            <a:schemeClr val="tx1"/>
          </a:solidFill>
          <a:latin typeface="+mn-lt"/>
          <a:ea typeface="+mn-ea"/>
          <a:cs typeface="+mn-cs"/>
        </a:defRPr>
      </a:lvl7pPr>
      <a:lvl8pPr marL="2078452" indent="-138563" algn="l" defTabSz="554254" rtl="0" eaLnBrk="1" latinLnBrk="0" hangingPunct="1">
        <a:spcBef>
          <a:spcPct val="20000"/>
        </a:spcBef>
        <a:buFont typeface="Arial" pitchFamily="34" charset="0"/>
        <a:buChar char="•"/>
        <a:defRPr sz="1212" kern="1200">
          <a:solidFill>
            <a:schemeClr val="tx1"/>
          </a:solidFill>
          <a:latin typeface="+mn-lt"/>
          <a:ea typeface="+mn-ea"/>
          <a:cs typeface="+mn-cs"/>
        </a:defRPr>
      </a:lvl8pPr>
      <a:lvl9pPr marL="2355579" indent="-138563" algn="l" defTabSz="554254" rtl="0" eaLnBrk="1" latinLnBrk="0" hangingPunct="1">
        <a:spcBef>
          <a:spcPct val="20000"/>
        </a:spcBef>
        <a:buFont typeface="Arial" pitchFamily="34" charset="0"/>
        <a:buChar char="•"/>
        <a:defRPr sz="12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54254" rtl="0" eaLnBrk="1" latinLnBrk="0" hangingPunct="1">
        <a:defRPr sz="1091" kern="1200">
          <a:solidFill>
            <a:schemeClr val="tx1"/>
          </a:solidFill>
          <a:latin typeface="+mn-lt"/>
          <a:ea typeface="+mn-ea"/>
          <a:cs typeface="+mn-cs"/>
        </a:defRPr>
      </a:lvl1pPr>
      <a:lvl2pPr marL="277127" algn="l" defTabSz="554254" rtl="0" eaLnBrk="1" latinLnBrk="0" hangingPunct="1">
        <a:defRPr sz="1091" kern="1200">
          <a:solidFill>
            <a:schemeClr val="tx1"/>
          </a:solidFill>
          <a:latin typeface="+mn-lt"/>
          <a:ea typeface="+mn-ea"/>
          <a:cs typeface="+mn-cs"/>
        </a:defRPr>
      </a:lvl2pPr>
      <a:lvl3pPr marL="554254" algn="l" defTabSz="554254" rtl="0" eaLnBrk="1" latinLnBrk="0" hangingPunct="1">
        <a:defRPr sz="1091" kern="1200">
          <a:solidFill>
            <a:schemeClr val="tx1"/>
          </a:solidFill>
          <a:latin typeface="+mn-lt"/>
          <a:ea typeface="+mn-ea"/>
          <a:cs typeface="+mn-cs"/>
        </a:defRPr>
      </a:lvl3pPr>
      <a:lvl4pPr marL="831381" algn="l" defTabSz="554254" rtl="0" eaLnBrk="1" latinLnBrk="0" hangingPunct="1">
        <a:defRPr sz="1091" kern="1200">
          <a:solidFill>
            <a:schemeClr val="tx1"/>
          </a:solidFill>
          <a:latin typeface="+mn-lt"/>
          <a:ea typeface="+mn-ea"/>
          <a:cs typeface="+mn-cs"/>
        </a:defRPr>
      </a:lvl4pPr>
      <a:lvl5pPr marL="1108508" algn="l" defTabSz="554254" rtl="0" eaLnBrk="1" latinLnBrk="0" hangingPunct="1">
        <a:defRPr sz="1091" kern="1200">
          <a:solidFill>
            <a:schemeClr val="tx1"/>
          </a:solidFill>
          <a:latin typeface="+mn-lt"/>
          <a:ea typeface="+mn-ea"/>
          <a:cs typeface="+mn-cs"/>
        </a:defRPr>
      </a:lvl5pPr>
      <a:lvl6pPr marL="1385635" algn="l" defTabSz="554254" rtl="0" eaLnBrk="1" latinLnBrk="0" hangingPunct="1">
        <a:defRPr sz="1091" kern="1200">
          <a:solidFill>
            <a:schemeClr val="tx1"/>
          </a:solidFill>
          <a:latin typeface="+mn-lt"/>
          <a:ea typeface="+mn-ea"/>
          <a:cs typeface="+mn-cs"/>
        </a:defRPr>
      </a:lvl6pPr>
      <a:lvl7pPr marL="1662762" algn="l" defTabSz="554254" rtl="0" eaLnBrk="1" latinLnBrk="0" hangingPunct="1">
        <a:defRPr sz="1091" kern="1200">
          <a:solidFill>
            <a:schemeClr val="tx1"/>
          </a:solidFill>
          <a:latin typeface="+mn-lt"/>
          <a:ea typeface="+mn-ea"/>
          <a:cs typeface="+mn-cs"/>
        </a:defRPr>
      </a:lvl7pPr>
      <a:lvl8pPr marL="1939888" algn="l" defTabSz="554254" rtl="0" eaLnBrk="1" latinLnBrk="0" hangingPunct="1">
        <a:defRPr sz="1091" kern="1200">
          <a:solidFill>
            <a:schemeClr val="tx1"/>
          </a:solidFill>
          <a:latin typeface="+mn-lt"/>
          <a:ea typeface="+mn-ea"/>
          <a:cs typeface="+mn-cs"/>
        </a:defRPr>
      </a:lvl8pPr>
      <a:lvl9pPr marL="2217015" algn="l" defTabSz="554254" rtl="0" eaLnBrk="1" latinLnBrk="0" hangingPunct="1">
        <a:defRPr sz="10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4.png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55D75-A870-E7E2-9497-94DD2C3DD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2D20FDF9-3FDC-3464-B1A2-AB70B7D53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13333"/>
            <a:ext cx="6858000" cy="592667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C470186B-C29E-4641-71EC-3CEB5DB15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1262303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15A577C0-F53A-205C-7EF8-9E6B00188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256424" y="15394"/>
            <a:ext cx="2601576" cy="1250669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06788A51-3629-EB7C-AA0F-8BC3715586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0" y="7696"/>
            <a:ext cx="2401455" cy="1250669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EF6D3F97-2E47-A21F-D292-FD17F3534211}"/>
              </a:ext>
            </a:extLst>
          </p:cNvPr>
          <p:cNvSpPr txBox="1"/>
          <p:nvPr/>
        </p:nvSpPr>
        <p:spPr>
          <a:xfrm>
            <a:off x="1831880" y="9521152"/>
            <a:ext cx="3201939" cy="200121"/>
          </a:xfrm>
          <a:prstGeom prst="rect">
            <a:avLst/>
          </a:prstGeom>
        </p:spPr>
        <p:txBody>
          <a:bodyPr lIns="0" tIns="14368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131" b="1" dirty="0">
                <a:solidFill>
                  <a:srgbClr val="FAFAFA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  <a:cs typeface="Montserrat Bold"/>
              </a:rPr>
              <a:t>LG ELECTRONICS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68805F28-AFA8-83BD-A8C3-D2EF85351943}"/>
              </a:ext>
            </a:extLst>
          </p:cNvPr>
          <p:cNvSpPr txBox="1"/>
          <p:nvPr/>
        </p:nvSpPr>
        <p:spPr>
          <a:xfrm>
            <a:off x="446425" y="338666"/>
            <a:ext cx="5957455" cy="838970"/>
          </a:xfrm>
          <a:prstGeom prst="rect">
            <a:avLst/>
          </a:prstGeom>
        </p:spPr>
        <p:txBody>
          <a:bodyPr lIns="0" tIns="69785" rIns="0" bIns="0" rtlCol="0" anchor="t"/>
          <a:lstStyle/>
          <a:p>
            <a:pPr lvl="0" algn="ctr">
              <a:lnSpc>
                <a:spcPct val="83000"/>
              </a:lnSpc>
            </a:pPr>
            <a:r>
              <a:rPr lang="ko-KR" altLang="en-US" sz="2747" dirty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rPr>
              <a:t>캐치마인드</a:t>
            </a:r>
            <a:endParaRPr lang="en-US" sz="2747" dirty="0">
              <a:solidFill>
                <a:srgbClr val="FAFAFA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  <a:cs typeface="Montserrat Bold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BF0ADFAC-7038-99E1-D0CE-E8E980CAD03D}"/>
              </a:ext>
            </a:extLst>
          </p:cNvPr>
          <p:cNvSpPr txBox="1"/>
          <p:nvPr/>
        </p:nvSpPr>
        <p:spPr>
          <a:xfrm>
            <a:off x="200122" y="882073"/>
            <a:ext cx="6473152" cy="287867"/>
          </a:xfrm>
          <a:prstGeom prst="rect">
            <a:avLst/>
          </a:prstGeom>
        </p:spPr>
        <p:txBody>
          <a:bodyPr lIns="0" tIns="18473" rIns="0" bIns="0" rtlCol="0" anchor="t"/>
          <a:lstStyle/>
          <a:p>
            <a:pPr lvl="0" algn="r">
              <a:lnSpc>
                <a:spcPct val="99600"/>
              </a:lnSpc>
            </a:pPr>
            <a:r>
              <a:rPr lang="ko-KR" altLang="en-US" sz="1455" dirty="0" err="1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쿵야</a:t>
            </a:r>
            <a:r>
              <a:rPr lang="ko-KR" altLang="en-US" sz="1455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 팀</a:t>
            </a:r>
            <a:r>
              <a:rPr lang="en-US" altLang="ko-KR" sz="1455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(</a:t>
            </a:r>
            <a:r>
              <a:rPr lang="ko-KR" altLang="en-US" sz="1455" dirty="0" err="1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엄제원</a:t>
            </a:r>
            <a:r>
              <a:rPr lang="en-US" altLang="ko-KR" sz="1455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, </a:t>
            </a:r>
            <a:r>
              <a:rPr lang="ko-KR" altLang="en-US" sz="1455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이경환</a:t>
            </a:r>
            <a:r>
              <a:rPr lang="en-US" altLang="ko-KR" sz="1455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, </a:t>
            </a:r>
            <a:r>
              <a:rPr lang="ko-KR" altLang="en-US" sz="1455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윤지원</a:t>
            </a:r>
            <a:r>
              <a:rPr lang="en-US" altLang="ko-KR" sz="1455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)</a:t>
            </a:r>
            <a:endParaRPr lang="en-US" sz="1455" dirty="0">
              <a:solidFill>
                <a:srgbClr val="FAFAF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  <a:cs typeface="Work Sans Regular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21FFA26B-950B-EFD4-2F2A-7AED26D74FF4}"/>
              </a:ext>
            </a:extLst>
          </p:cNvPr>
          <p:cNvGrpSpPr/>
          <p:nvPr/>
        </p:nvGrpSpPr>
        <p:grpSpPr>
          <a:xfrm>
            <a:off x="200122" y="3225409"/>
            <a:ext cx="6457758" cy="608061"/>
            <a:chOff x="330200" y="7461250"/>
            <a:chExt cx="10655300" cy="1003300"/>
          </a:xfrm>
        </p:grpSpPr>
        <p:pic>
          <p:nvPicPr>
            <p:cNvPr id="51" name="Picture 11">
              <a:extLst>
                <a:ext uri="{FF2B5EF4-FFF2-40B4-BE49-F238E27FC236}">
                  <a16:creationId xmlns:a16="http://schemas.microsoft.com/office/drawing/2014/main" id="{4D3D21DF-8BD7-B280-BC60-6F6AAEE8E1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4700" y="7588250"/>
              <a:ext cx="10210800" cy="736600"/>
            </a:xfrm>
            <a:prstGeom prst="rect">
              <a:avLst/>
            </a:prstGeom>
          </p:spPr>
        </p:pic>
        <p:pic>
          <p:nvPicPr>
            <p:cNvPr id="52" name="Picture 14">
              <a:extLst>
                <a:ext uri="{FF2B5EF4-FFF2-40B4-BE49-F238E27FC236}">
                  <a16:creationId xmlns:a16="http://schemas.microsoft.com/office/drawing/2014/main" id="{EF78D462-A79D-9338-0183-17FA4F4840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0200" y="7461250"/>
              <a:ext cx="1003300" cy="1003300"/>
            </a:xfrm>
            <a:prstGeom prst="rect">
              <a:avLst/>
            </a:prstGeom>
          </p:spPr>
        </p:pic>
        <p:sp>
          <p:nvSpPr>
            <p:cNvPr id="53" name="TextBox 23">
              <a:extLst>
                <a:ext uri="{FF2B5EF4-FFF2-40B4-BE49-F238E27FC236}">
                  <a16:creationId xmlns:a16="http://schemas.microsoft.com/office/drawing/2014/main" id="{FBF01A63-D6D7-E85B-F360-EB9D25D23BAC}"/>
                </a:ext>
              </a:extLst>
            </p:cNvPr>
            <p:cNvSpPr txBox="1"/>
            <p:nvPr/>
          </p:nvSpPr>
          <p:spPr>
            <a:xfrm>
              <a:off x="1549400" y="7677150"/>
              <a:ext cx="3028950" cy="571500"/>
            </a:xfrm>
            <a:prstGeom prst="rect">
              <a:avLst/>
            </a:prstGeom>
          </p:spPr>
          <p:txBody>
            <a:bodyPr lIns="0" tIns="24630" rIns="0" bIns="0" rtlCol="0" anchor="t"/>
            <a:lstStyle/>
            <a:p>
              <a:pPr lvl="0">
                <a:lnSpc>
                  <a:spcPct val="99600"/>
                </a:lnSpc>
              </a:pPr>
              <a:r>
                <a:rPr lang="ko-KR" altLang="en-US" sz="1940" dirty="0">
                  <a:solidFill>
                    <a:srgbClr val="FAFAFA"/>
                  </a:solidFill>
                  <a:latin typeface="LG스마트체2.0 SemiBold" panose="020B0600000101010101" pitchFamily="50" charset="-127"/>
                  <a:ea typeface="LG스마트체2.0 SemiBold" panose="020B0600000101010101" pitchFamily="50" charset="-127"/>
                  <a:cs typeface="Montserrat Bold"/>
                </a:rPr>
                <a:t>게임 방식</a:t>
              </a:r>
              <a:endParaRPr lang="en-US" sz="1940" dirty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endParaRPr>
            </a:p>
          </p:txBody>
        </p:sp>
        <p:sp>
          <p:nvSpPr>
            <p:cNvPr id="54" name="TextBox 26">
              <a:extLst>
                <a:ext uri="{FF2B5EF4-FFF2-40B4-BE49-F238E27FC236}">
                  <a16:creationId xmlns:a16="http://schemas.microsoft.com/office/drawing/2014/main" id="{0F8CD5A3-792B-E2DB-FD20-7B0DB1B06B28}"/>
                </a:ext>
              </a:extLst>
            </p:cNvPr>
            <p:cNvSpPr txBox="1"/>
            <p:nvPr/>
          </p:nvSpPr>
          <p:spPr>
            <a:xfrm>
              <a:off x="546100" y="7689850"/>
              <a:ext cx="584200" cy="571500"/>
            </a:xfrm>
            <a:prstGeom prst="rect">
              <a:avLst/>
            </a:prstGeom>
          </p:spPr>
          <p:txBody>
            <a:bodyPr lIns="0" tIns="2463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1940" dirty="0">
                  <a:solidFill>
                    <a:srgbClr val="FAFAFA"/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  <a:cs typeface="Montserrat Bold"/>
                </a:rPr>
                <a:t>02</a:t>
              </a:r>
              <a:endParaRPr lang="en-US" sz="1940" dirty="0">
                <a:solidFill>
                  <a:srgbClr val="FAFAFA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  <a:cs typeface="Montserrat Bold"/>
              </a:endParaRPr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03777D05-6517-BD91-283E-F0357F68D44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9546" y="4365058"/>
            <a:ext cx="2618182" cy="152196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154CA76-FE46-7222-FEE3-9A3E44EFEA2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22" y="7010697"/>
            <a:ext cx="2618182" cy="151227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2E7BBF6-C629-2871-3B9B-0639440DA98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9546" y="7008926"/>
            <a:ext cx="2618182" cy="1525997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A2F01359-AA0D-F277-0D5F-7A6215529D3A}"/>
              </a:ext>
            </a:extLst>
          </p:cNvPr>
          <p:cNvSpPr/>
          <p:nvPr/>
        </p:nvSpPr>
        <p:spPr>
          <a:xfrm>
            <a:off x="3789546" y="3992062"/>
            <a:ext cx="2618182" cy="389245"/>
          </a:xfrm>
          <a:prstGeom prst="rect">
            <a:avLst/>
          </a:prstGeom>
          <a:solidFill>
            <a:srgbClr val="FF82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55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2. </a:t>
            </a:r>
            <a:r>
              <a:rPr lang="ko-KR" altLang="en-US" sz="1455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역할 선택</a:t>
            </a: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0618A1E9-C041-A2A8-6A02-F230D9E2A2D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22" y="4360713"/>
            <a:ext cx="2618182" cy="1533031"/>
          </a:xfrm>
          <a:prstGeom prst="rect">
            <a:avLst/>
          </a:prstGeom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0C78F3F7-98D9-96F8-5625-40B039961C26}"/>
              </a:ext>
            </a:extLst>
          </p:cNvPr>
          <p:cNvSpPr/>
          <p:nvPr/>
        </p:nvSpPr>
        <p:spPr>
          <a:xfrm>
            <a:off x="454122" y="3993250"/>
            <a:ext cx="2618182" cy="389245"/>
          </a:xfrm>
          <a:prstGeom prst="rect">
            <a:avLst/>
          </a:prstGeom>
          <a:solidFill>
            <a:srgbClr val="FF82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55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1. </a:t>
            </a:r>
            <a:r>
              <a:rPr lang="ko-KR" altLang="en-US" sz="1455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타이틀 화면</a:t>
            </a:r>
          </a:p>
        </p:txBody>
      </p:sp>
      <p:sp>
        <p:nvSpPr>
          <p:cNvPr id="37" name="TextBox 18">
            <a:extLst>
              <a:ext uri="{FF2B5EF4-FFF2-40B4-BE49-F238E27FC236}">
                <a16:creationId xmlns:a16="http://schemas.microsoft.com/office/drawing/2014/main" id="{6C4D3F35-C975-5ED1-CF75-C715D3B8C3A8}"/>
              </a:ext>
            </a:extLst>
          </p:cNvPr>
          <p:cNvSpPr txBox="1"/>
          <p:nvPr/>
        </p:nvSpPr>
        <p:spPr>
          <a:xfrm>
            <a:off x="3793395" y="5902333"/>
            <a:ext cx="2618182" cy="528485"/>
          </a:xfrm>
          <a:prstGeom prst="rect">
            <a:avLst/>
          </a:prstGeom>
        </p:spPr>
        <p:txBody>
          <a:bodyPr lIns="0" tIns="18473" rIns="0" bIns="0" rtlCol="0" anchor="ctr"/>
          <a:lstStyle/>
          <a:p>
            <a:pPr marL="207846" indent="-207846" algn="just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1212" spc="-61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모든 플레이어 준비 완료 시 역할 선택</a:t>
            </a:r>
            <a:endParaRPr lang="en-US" altLang="ko-KR" sz="1212" spc="-61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  <a:p>
            <a:pPr marL="207846" indent="-207846" algn="just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1212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출제자</a:t>
            </a:r>
            <a:r>
              <a:rPr lang="en-US" altLang="ko-KR" sz="1212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(Drawer) / </a:t>
            </a:r>
            <a:r>
              <a:rPr lang="ko-KR" altLang="en-US" sz="1212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참가자</a:t>
            </a:r>
            <a:r>
              <a:rPr lang="en-US" altLang="ko-KR" sz="1212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(Challenger) 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2B52314-AE95-6E21-BBD2-700BADAB7868}"/>
              </a:ext>
            </a:extLst>
          </p:cNvPr>
          <p:cNvSpPr/>
          <p:nvPr/>
        </p:nvSpPr>
        <p:spPr>
          <a:xfrm>
            <a:off x="3789546" y="6619681"/>
            <a:ext cx="2618182" cy="389245"/>
          </a:xfrm>
          <a:prstGeom prst="rect">
            <a:avLst/>
          </a:prstGeom>
          <a:solidFill>
            <a:srgbClr val="FF82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55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4. </a:t>
            </a:r>
            <a:r>
              <a:rPr lang="ko-KR" altLang="en-US" sz="1455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주제어 선택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854BD0F-DE13-CD1B-73E3-F2257386F96D}"/>
              </a:ext>
            </a:extLst>
          </p:cNvPr>
          <p:cNvSpPr/>
          <p:nvPr/>
        </p:nvSpPr>
        <p:spPr>
          <a:xfrm>
            <a:off x="454122" y="6631969"/>
            <a:ext cx="2618182" cy="376957"/>
          </a:xfrm>
          <a:prstGeom prst="rect">
            <a:avLst/>
          </a:prstGeom>
          <a:solidFill>
            <a:srgbClr val="FF82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55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3. </a:t>
            </a:r>
            <a:r>
              <a:rPr lang="ko-KR" altLang="en-US" sz="1455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카테고리 선택</a:t>
            </a:r>
          </a:p>
        </p:txBody>
      </p:sp>
      <p:sp>
        <p:nvSpPr>
          <p:cNvPr id="61" name="TextBox 18">
            <a:extLst>
              <a:ext uri="{FF2B5EF4-FFF2-40B4-BE49-F238E27FC236}">
                <a16:creationId xmlns:a16="http://schemas.microsoft.com/office/drawing/2014/main" id="{B1D4281E-404E-9A63-E02D-74D808695E5F}"/>
              </a:ext>
            </a:extLst>
          </p:cNvPr>
          <p:cNvSpPr txBox="1"/>
          <p:nvPr/>
        </p:nvSpPr>
        <p:spPr>
          <a:xfrm>
            <a:off x="454122" y="5902333"/>
            <a:ext cx="2618182" cy="528485"/>
          </a:xfrm>
          <a:prstGeom prst="rect">
            <a:avLst/>
          </a:prstGeom>
        </p:spPr>
        <p:txBody>
          <a:bodyPr lIns="0" tIns="18473" rIns="0" bIns="0" rtlCol="0" anchor="ctr"/>
          <a:lstStyle/>
          <a:p>
            <a:pPr marL="207846" indent="-207846" algn="just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1212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게임 시작을 눌러 준비 완료</a:t>
            </a:r>
            <a:endParaRPr lang="en-US" altLang="ko-KR" sz="1212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</p:txBody>
      </p:sp>
      <p:sp>
        <p:nvSpPr>
          <p:cNvPr id="64" name="TextBox 18">
            <a:extLst>
              <a:ext uri="{FF2B5EF4-FFF2-40B4-BE49-F238E27FC236}">
                <a16:creationId xmlns:a16="http://schemas.microsoft.com/office/drawing/2014/main" id="{C4C2D9C1-5BAB-E445-4D08-0029A732736E}"/>
              </a:ext>
            </a:extLst>
          </p:cNvPr>
          <p:cNvSpPr txBox="1"/>
          <p:nvPr/>
        </p:nvSpPr>
        <p:spPr>
          <a:xfrm>
            <a:off x="3793395" y="8534698"/>
            <a:ext cx="2618182" cy="528485"/>
          </a:xfrm>
          <a:prstGeom prst="rect">
            <a:avLst/>
          </a:prstGeom>
        </p:spPr>
        <p:txBody>
          <a:bodyPr lIns="0" tIns="18473" rIns="0" bIns="0" rtlCol="0" anchor="ctr"/>
          <a:lstStyle/>
          <a:p>
            <a:pPr marL="207846" indent="-207846" algn="just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1212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선택한 카테고리 내 단어 목록 중 하나의 단어를 선택</a:t>
            </a:r>
            <a:endParaRPr lang="en-US" altLang="ko-KR" sz="1212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</p:txBody>
      </p:sp>
      <p:sp>
        <p:nvSpPr>
          <p:cNvPr id="65" name="TextBox 18">
            <a:extLst>
              <a:ext uri="{FF2B5EF4-FFF2-40B4-BE49-F238E27FC236}">
                <a16:creationId xmlns:a16="http://schemas.microsoft.com/office/drawing/2014/main" id="{F1DA0191-ED85-3D9E-B7BA-C68BDBE5C862}"/>
              </a:ext>
            </a:extLst>
          </p:cNvPr>
          <p:cNvSpPr txBox="1"/>
          <p:nvPr/>
        </p:nvSpPr>
        <p:spPr>
          <a:xfrm>
            <a:off x="454122" y="8534698"/>
            <a:ext cx="2618182" cy="528485"/>
          </a:xfrm>
          <a:prstGeom prst="rect">
            <a:avLst/>
          </a:prstGeom>
        </p:spPr>
        <p:txBody>
          <a:bodyPr lIns="0" tIns="18473" rIns="0" bIns="0" rtlCol="0" anchor="ctr"/>
          <a:lstStyle/>
          <a:p>
            <a:pPr marL="207846" indent="-207846" algn="just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1212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출제자가 문제 카테고리 선택</a:t>
            </a:r>
            <a:endParaRPr lang="en-US" altLang="ko-KR" sz="1212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808261D8-A230-C6A4-689A-09B785187264}"/>
              </a:ext>
            </a:extLst>
          </p:cNvPr>
          <p:cNvGrpSpPr/>
          <p:nvPr/>
        </p:nvGrpSpPr>
        <p:grpSpPr>
          <a:xfrm>
            <a:off x="200122" y="1370061"/>
            <a:ext cx="6457758" cy="608061"/>
            <a:chOff x="330200" y="7461250"/>
            <a:chExt cx="10655300" cy="1003300"/>
          </a:xfrm>
        </p:grpSpPr>
        <p:pic>
          <p:nvPicPr>
            <p:cNvPr id="79" name="Picture 11">
              <a:extLst>
                <a:ext uri="{FF2B5EF4-FFF2-40B4-BE49-F238E27FC236}">
                  <a16:creationId xmlns:a16="http://schemas.microsoft.com/office/drawing/2014/main" id="{B3D9E323-B36A-CE58-1CE0-58E311179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4700" y="7588250"/>
              <a:ext cx="10210800" cy="736600"/>
            </a:xfrm>
            <a:prstGeom prst="rect">
              <a:avLst/>
            </a:prstGeom>
          </p:spPr>
        </p:pic>
        <p:pic>
          <p:nvPicPr>
            <p:cNvPr id="80" name="Picture 14">
              <a:extLst>
                <a:ext uri="{FF2B5EF4-FFF2-40B4-BE49-F238E27FC236}">
                  <a16:creationId xmlns:a16="http://schemas.microsoft.com/office/drawing/2014/main" id="{B8724A59-3DD3-EF67-FD8E-89981D62C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0200" y="7461250"/>
              <a:ext cx="1003300" cy="1003300"/>
            </a:xfrm>
            <a:prstGeom prst="rect">
              <a:avLst/>
            </a:prstGeom>
          </p:spPr>
        </p:pic>
        <p:sp>
          <p:nvSpPr>
            <p:cNvPr id="81" name="TextBox 23">
              <a:extLst>
                <a:ext uri="{FF2B5EF4-FFF2-40B4-BE49-F238E27FC236}">
                  <a16:creationId xmlns:a16="http://schemas.microsoft.com/office/drawing/2014/main" id="{99C48F51-E11C-0AAF-906F-747B81DEA4FA}"/>
                </a:ext>
              </a:extLst>
            </p:cNvPr>
            <p:cNvSpPr txBox="1"/>
            <p:nvPr/>
          </p:nvSpPr>
          <p:spPr>
            <a:xfrm>
              <a:off x="1549400" y="7677150"/>
              <a:ext cx="3028950" cy="571500"/>
            </a:xfrm>
            <a:prstGeom prst="rect">
              <a:avLst/>
            </a:prstGeom>
          </p:spPr>
          <p:txBody>
            <a:bodyPr lIns="0" tIns="24630" rIns="0" bIns="0" rtlCol="0" anchor="t"/>
            <a:lstStyle/>
            <a:p>
              <a:pPr lvl="0">
                <a:lnSpc>
                  <a:spcPct val="99600"/>
                </a:lnSpc>
              </a:pPr>
              <a:r>
                <a:rPr lang="ko-KR" altLang="en-US" sz="1940" dirty="0">
                  <a:solidFill>
                    <a:srgbClr val="FAFAFA"/>
                  </a:solidFill>
                  <a:latin typeface="LG스마트체2.0 SemiBold" panose="020B0600000101010101" pitchFamily="50" charset="-127"/>
                  <a:ea typeface="LG스마트체2.0 SemiBold" panose="020B0600000101010101" pitchFamily="50" charset="-127"/>
                  <a:cs typeface="Montserrat Bold"/>
                </a:rPr>
                <a:t>프로젝트 개요</a:t>
              </a:r>
              <a:endParaRPr lang="en-US" sz="1940" dirty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endParaRPr>
            </a:p>
          </p:txBody>
        </p:sp>
        <p:sp>
          <p:nvSpPr>
            <p:cNvPr id="82" name="TextBox 26">
              <a:extLst>
                <a:ext uri="{FF2B5EF4-FFF2-40B4-BE49-F238E27FC236}">
                  <a16:creationId xmlns:a16="http://schemas.microsoft.com/office/drawing/2014/main" id="{0353E23B-ED01-89A5-48F6-08483F0AE3D3}"/>
                </a:ext>
              </a:extLst>
            </p:cNvPr>
            <p:cNvSpPr txBox="1"/>
            <p:nvPr/>
          </p:nvSpPr>
          <p:spPr>
            <a:xfrm>
              <a:off x="546100" y="7689850"/>
              <a:ext cx="584200" cy="571500"/>
            </a:xfrm>
            <a:prstGeom prst="rect">
              <a:avLst/>
            </a:prstGeom>
          </p:spPr>
          <p:txBody>
            <a:bodyPr lIns="0" tIns="2463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1940" dirty="0">
                  <a:solidFill>
                    <a:srgbClr val="FAFAFA"/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  <a:cs typeface="Montserrat Bold"/>
                </a:rPr>
                <a:t>01</a:t>
              </a:r>
              <a:endParaRPr lang="en-US" sz="1940" dirty="0">
                <a:solidFill>
                  <a:srgbClr val="FAFAFA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  <a:cs typeface="Montserrat Bold"/>
              </a:endParaRPr>
            </a:p>
          </p:txBody>
        </p:sp>
      </p:grpSp>
      <p:sp>
        <p:nvSpPr>
          <p:cNvPr id="83" name="TextBox 18">
            <a:extLst>
              <a:ext uri="{FF2B5EF4-FFF2-40B4-BE49-F238E27FC236}">
                <a16:creationId xmlns:a16="http://schemas.microsoft.com/office/drawing/2014/main" id="{344B2D35-3967-D451-0DC6-F38839766F3E}"/>
              </a:ext>
            </a:extLst>
          </p:cNvPr>
          <p:cNvSpPr txBox="1"/>
          <p:nvPr/>
        </p:nvSpPr>
        <p:spPr>
          <a:xfrm>
            <a:off x="484909" y="2052228"/>
            <a:ext cx="6176818" cy="914954"/>
          </a:xfrm>
          <a:prstGeom prst="rect">
            <a:avLst/>
          </a:prstGeom>
        </p:spPr>
        <p:txBody>
          <a:bodyPr lIns="0" tIns="18473" rIns="0" bIns="0" rtlCol="0" anchor="t"/>
          <a:lstStyle/>
          <a:p>
            <a:pPr marL="207846" indent="-207846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1455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실시간 멀티보드 기반 그림 맞추기 게임</a:t>
            </a:r>
            <a:endParaRPr lang="en-US" altLang="ko-KR" sz="1455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  <a:p>
            <a:pPr marL="207846" indent="-207846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1455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출제자 </a:t>
            </a:r>
            <a:r>
              <a:rPr lang="en-US" altLang="ko-KR" sz="1455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1</a:t>
            </a:r>
            <a:r>
              <a:rPr lang="ko-KR" altLang="en-US" sz="1455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명 </a:t>
            </a:r>
            <a:r>
              <a:rPr lang="en-US" altLang="ko-KR" sz="1455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+ </a:t>
            </a:r>
            <a:r>
              <a:rPr lang="ko-KR" altLang="en-US" sz="1455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도전자 </a:t>
            </a:r>
            <a:r>
              <a:rPr lang="en-US" altLang="ko-KR" sz="1455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2</a:t>
            </a:r>
            <a:r>
              <a:rPr lang="ko-KR" altLang="en-US" sz="1455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명 구조</a:t>
            </a:r>
            <a:endParaRPr lang="en-US" altLang="ko-KR" sz="1455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  <a:p>
            <a:pPr marL="207846" indent="-207846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1455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총 </a:t>
            </a:r>
            <a:r>
              <a:rPr lang="en-US" altLang="ko-KR" sz="1455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5</a:t>
            </a:r>
            <a:r>
              <a:rPr lang="ko-KR" altLang="en-US" sz="1455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라운드</a:t>
            </a:r>
            <a:r>
              <a:rPr lang="en-US" altLang="ko-KR" sz="1455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, </a:t>
            </a:r>
            <a:r>
              <a:rPr lang="ko-KR" altLang="en-US" sz="1455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라운드당 </a:t>
            </a:r>
            <a:r>
              <a:rPr lang="en-US" altLang="ko-KR" sz="1455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60</a:t>
            </a:r>
            <a:r>
              <a:rPr lang="ko-KR" altLang="en-US" sz="1455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초 제한</a:t>
            </a:r>
            <a:endParaRPr lang="en-US" altLang="ko-KR" sz="1455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  <a:p>
            <a:pPr marL="207846" indent="-207846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1455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카테고리 기반 단어 출제 </a:t>
            </a:r>
            <a:r>
              <a:rPr lang="en-US" altLang="ko-KR" sz="1455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(</a:t>
            </a:r>
            <a:r>
              <a:rPr lang="ko-KR" altLang="en-US" sz="1455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동물</a:t>
            </a:r>
            <a:r>
              <a:rPr lang="en-US" altLang="ko-KR" sz="1455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, </a:t>
            </a:r>
            <a:r>
              <a:rPr lang="ko-KR" altLang="en-US" sz="1455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음식 등 </a:t>
            </a:r>
            <a:r>
              <a:rPr lang="en-US" altLang="ko-KR" sz="1455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7</a:t>
            </a:r>
            <a:r>
              <a:rPr lang="ko-KR" altLang="en-US" sz="1455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개의 카테고리</a:t>
            </a:r>
            <a:r>
              <a:rPr lang="en-US" altLang="ko-KR" sz="1455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)</a:t>
            </a:r>
            <a:r>
              <a:rPr lang="ko-KR" altLang="en-US" sz="1455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 </a:t>
            </a:r>
            <a:endParaRPr lang="en-US" altLang="ko-KR" sz="1455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15687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FB632-D7D7-4C4B-837D-E110232D7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77EA1FEC-989D-004D-A66F-5FA5C7EF2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13333"/>
            <a:ext cx="6858000" cy="592667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7C322089-945F-B932-57EC-469054096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1262303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B6E3076F-0289-A6AA-3F1A-1D5586F78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256424" y="15394"/>
            <a:ext cx="2601576" cy="1250669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EAAE3310-62AD-AB79-3109-BFBC81ED79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0" y="7696"/>
            <a:ext cx="2401455" cy="1250669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510CF916-86CF-EA9A-4A46-4A7666D00EBE}"/>
              </a:ext>
            </a:extLst>
          </p:cNvPr>
          <p:cNvSpPr txBox="1"/>
          <p:nvPr/>
        </p:nvSpPr>
        <p:spPr>
          <a:xfrm>
            <a:off x="1831880" y="9521152"/>
            <a:ext cx="3201939" cy="200121"/>
          </a:xfrm>
          <a:prstGeom prst="rect">
            <a:avLst/>
          </a:prstGeom>
        </p:spPr>
        <p:txBody>
          <a:bodyPr lIns="0" tIns="14368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131" b="1" dirty="0">
                <a:solidFill>
                  <a:srgbClr val="FAFAFA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  <a:cs typeface="Montserrat Bold"/>
              </a:rPr>
              <a:t>LG ELECTRONICS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9A65C260-6D6F-8A7C-6927-BF1F918200E1}"/>
              </a:ext>
            </a:extLst>
          </p:cNvPr>
          <p:cNvSpPr txBox="1"/>
          <p:nvPr/>
        </p:nvSpPr>
        <p:spPr>
          <a:xfrm>
            <a:off x="446425" y="338666"/>
            <a:ext cx="5957455" cy="838970"/>
          </a:xfrm>
          <a:prstGeom prst="rect">
            <a:avLst/>
          </a:prstGeom>
        </p:spPr>
        <p:txBody>
          <a:bodyPr lIns="0" tIns="69785" rIns="0" bIns="0" rtlCol="0" anchor="t"/>
          <a:lstStyle/>
          <a:p>
            <a:pPr lvl="0" algn="ctr">
              <a:lnSpc>
                <a:spcPct val="83000"/>
              </a:lnSpc>
            </a:pPr>
            <a:r>
              <a:rPr lang="ko-KR" altLang="en-US" sz="2747" dirty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rPr>
              <a:t>캐치마인드</a:t>
            </a:r>
            <a:endParaRPr lang="en-US" sz="2747" dirty="0">
              <a:solidFill>
                <a:srgbClr val="FAFAFA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  <a:cs typeface="Montserrat Bold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0A93174A-BC7C-D18A-DD76-532681ECE599}"/>
              </a:ext>
            </a:extLst>
          </p:cNvPr>
          <p:cNvGrpSpPr/>
          <p:nvPr/>
        </p:nvGrpSpPr>
        <p:grpSpPr>
          <a:xfrm>
            <a:off x="200122" y="1370061"/>
            <a:ext cx="6457758" cy="608061"/>
            <a:chOff x="330200" y="7461250"/>
            <a:chExt cx="10655300" cy="1003300"/>
          </a:xfrm>
        </p:grpSpPr>
        <p:pic>
          <p:nvPicPr>
            <p:cNvPr id="51" name="Picture 11">
              <a:extLst>
                <a:ext uri="{FF2B5EF4-FFF2-40B4-BE49-F238E27FC236}">
                  <a16:creationId xmlns:a16="http://schemas.microsoft.com/office/drawing/2014/main" id="{8DAED0B2-1046-BB7F-6C65-8E34C3410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4700" y="7588250"/>
              <a:ext cx="10210800" cy="736600"/>
            </a:xfrm>
            <a:prstGeom prst="rect">
              <a:avLst/>
            </a:prstGeom>
          </p:spPr>
        </p:pic>
        <p:pic>
          <p:nvPicPr>
            <p:cNvPr id="52" name="Picture 14">
              <a:extLst>
                <a:ext uri="{FF2B5EF4-FFF2-40B4-BE49-F238E27FC236}">
                  <a16:creationId xmlns:a16="http://schemas.microsoft.com/office/drawing/2014/main" id="{CBE7DCC5-5865-2254-5B36-4F205BB33A4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0200" y="7461250"/>
              <a:ext cx="1003300" cy="1003300"/>
            </a:xfrm>
            <a:prstGeom prst="rect">
              <a:avLst/>
            </a:prstGeom>
          </p:spPr>
        </p:pic>
        <p:sp>
          <p:nvSpPr>
            <p:cNvPr id="53" name="TextBox 23">
              <a:extLst>
                <a:ext uri="{FF2B5EF4-FFF2-40B4-BE49-F238E27FC236}">
                  <a16:creationId xmlns:a16="http://schemas.microsoft.com/office/drawing/2014/main" id="{8B1A20A7-1980-F1A4-F5BD-EE8BF4753AC9}"/>
                </a:ext>
              </a:extLst>
            </p:cNvPr>
            <p:cNvSpPr txBox="1"/>
            <p:nvPr/>
          </p:nvSpPr>
          <p:spPr>
            <a:xfrm>
              <a:off x="1549400" y="7677150"/>
              <a:ext cx="3028950" cy="571500"/>
            </a:xfrm>
            <a:prstGeom prst="rect">
              <a:avLst/>
            </a:prstGeom>
          </p:spPr>
          <p:txBody>
            <a:bodyPr lIns="0" tIns="24630" rIns="0" bIns="0" rtlCol="0" anchor="t"/>
            <a:lstStyle/>
            <a:p>
              <a:pPr lvl="0">
                <a:lnSpc>
                  <a:spcPct val="99600"/>
                </a:lnSpc>
              </a:pPr>
              <a:r>
                <a:rPr lang="ko-KR" altLang="en-US" sz="1940" dirty="0">
                  <a:solidFill>
                    <a:srgbClr val="FAFAFA"/>
                  </a:solidFill>
                  <a:latin typeface="LG스마트체2.0 SemiBold" panose="020B0600000101010101" pitchFamily="50" charset="-127"/>
                  <a:ea typeface="LG스마트체2.0 SemiBold" panose="020B0600000101010101" pitchFamily="50" charset="-127"/>
                  <a:cs typeface="Montserrat Bold"/>
                </a:rPr>
                <a:t>게임 방식</a:t>
              </a:r>
              <a:endParaRPr lang="en-US" sz="1940" dirty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endParaRPr>
            </a:p>
          </p:txBody>
        </p:sp>
        <p:sp>
          <p:nvSpPr>
            <p:cNvPr id="54" name="TextBox 26">
              <a:extLst>
                <a:ext uri="{FF2B5EF4-FFF2-40B4-BE49-F238E27FC236}">
                  <a16:creationId xmlns:a16="http://schemas.microsoft.com/office/drawing/2014/main" id="{7934B5D9-D759-4F68-BBB8-43682EA29A99}"/>
                </a:ext>
              </a:extLst>
            </p:cNvPr>
            <p:cNvSpPr txBox="1"/>
            <p:nvPr/>
          </p:nvSpPr>
          <p:spPr>
            <a:xfrm>
              <a:off x="546100" y="7689850"/>
              <a:ext cx="584200" cy="571500"/>
            </a:xfrm>
            <a:prstGeom prst="rect">
              <a:avLst/>
            </a:prstGeom>
          </p:spPr>
          <p:txBody>
            <a:bodyPr lIns="0" tIns="2463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1940" dirty="0">
                  <a:solidFill>
                    <a:srgbClr val="FAFAFA"/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  <a:cs typeface="Montserrat Bold"/>
                </a:rPr>
                <a:t>02</a:t>
              </a:r>
              <a:endParaRPr lang="en-US" sz="1940" dirty="0">
                <a:solidFill>
                  <a:srgbClr val="FAFAFA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  <a:cs typeface="Montserrat Bold"/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F997085-3427-5968-7D2A-EC8A76F05342}"/>
              </a:ext>
            </a:extLst>
          </p:cNvPr>
          <p:cNvSpPr/>
          <p:nvPr/>
        </p:nvSpPr>
        <p:spPr>
          <a:xfrm>
            <a:off x="3789546" y="2136713"/>
            <a:ext cx="2618182" cy="389245"/>
          </a:xfrm>
          <a:prstGeom prst="rect">
            <a:avLst/>
          </a:prstGeom>
          <a:solidFill>
            <a:srgbClr val="FF82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55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6. </a:t>
            </a:r>
            <a:r>
              <a:rPr lang="ko-KR" altLang="en-US" sz="1455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게임 진행 화면 </a:t>
            </a:r>
            <a:r>
              <a:rPr lang="en-US" altLang="ko-KR" sz="1455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(</a:t>
            </a:r>
            <a:r>
              <a:rPr lang="ko-KR" altLang="en-US" sz="1455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출제자</a:t>
            </a:r>
            <a:r>
              <a:rPr lang="en-US" altLang="ko-KR" sz="1455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)</a:t>
            </a:r>
            <a:endParaRPr lang="ko-KR" altLang="en-US" sz="1455" dirty="0"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2096684-F16E-DEB3-1921-D38CC15F9466}"/>
              </a:ext>
            </a:extLst>
          </p:cNvPr>
          <p:cNvSpPr/>
          <p:nvPr/>
        </p:nvSpPr>
        <p:spPr>
          <a:xfrm>
            <a:off x="454122" y="2137902"/>
            <a:ext cx="2618182" cy="389245"/>
          </a:xfrm>
          <a:prstGeom prst="rect">
            <a:avLst/>
          </a:prstGeom>
          <a:solidFill>
            <a:srgbClr val="FF82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55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5. </a:t>
            </a:r>
            <a:r>
              <a:rPr lang="ko-KR" altLang="en-US" sz="1455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게임 진행 화면 </a:t>
            </a:r>
            <a:r>
              <a:rPr lang="en-US" altLang="ko-KR" sz="1455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(</a:t>
            </a:r>
            <a:r>
              <a:rPr lang="ko-KR" altLang="en-US" sz="1455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참가자</a:t>
            </a:r>
            <a:r>
              <a:rPr lang="en-US" altLang="ko-KR" sz="1455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)</a:t>
            </a:r>
            <a:endParaRPr lang="ko-KR" altLang="en-US" sz="1455" dirty="0"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37" name="TextBox 18">
            <a:extLst>
              <a:ext uri="{FF2B5EF4-FFF2-40B4-BE49-F238E27FC236}">
                <a16:creationId xmlns:a16="http://schemas.microsoft.com/office/drawing/2014/main" id="{4DE4F0BC-EC76-F705-4A21-BEED69A5D9EA}"/>
              </a:ext>
            </a:extLst>
          </p:cNvPr>
          <p:cNvSpPr txBox="1"/>
          <p:nvPr/>
        </p:nvSpPr>
        <p:spPr>
          <a:xfrm>
            <a:off x="3793395" y="4029365"/>
            <a:ext cx="2618182" cy="528485"/>
          </a:xfrm>
          <a:prstGeom prst="rect">
            <a:avLst/>
          </a:prstGeom>
        </p:spPr>
        <p:txBody>
          <a:bodyPr lIns="0" tIns="18473" rIns="0" bIns="0" rtlCol="0" anchor="ctr"/>
          <a:lstStyle/>
          <a:p>
            <a:pPr marL="207846" indent="-207846" algn="just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1212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캔버스에 그림을 그려 단어를 표현</a:t>
            </a:r>
            <a:endParaRPr lang="en-US" altLang="ko-KR" sz="1212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  <a:p>
            <a:pPr marL="207846" indent="-207846" algn="just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1212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참가자 답안 확인 후 정답 판정</a:t>
            </a:r>
            <a:endParaRPr lang="en-US" altLang="ko-KR" sz="1212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</p:txBody>
      </p:sp>
      <p:sp>
        <p:nvSpPr>
          <p:cNvPr id="61" name="TextBox 18">
            <a:extLst>
              <a:ext uri="{FF2B5EF4-FFF2-40B4-BE49-F238E27FC236}">
                <a16:creationId xmlns:a16="http://schemas.microsoft.com/office/drawing/2014/main" id="{10564B36-68BE-5344-94BB-D0E9C444AA8C}"/>
              </a:ext>
            </a:extLst>
          </p:cNvPr>
          <p:cNvSpPr txBox="1"/>
          <p:nvPr/>
        </p:nvSpPr>
        <p:spPr>
          <a:xfrm>
            <a:off x="454122" y="4029365"/>
            <a:ext cx="2618182" cy="528485"/>
          </a:xfrm>
          <a:prstGeom prst="rect">
            <a:avLst/>
          </a:prstGeom>
        </p:spPr>
        <p:txBody>
          <a:bodyPr lIns="0" tIns="18473" rIns="0" bIns="0" rtlCol="0" anchor="ctr"/>
          <a:lstStyle/>
          <a:p>
            <a:pPr marL="207846" indent="-207846" algn="just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1212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출제자의 그림을 실시간으로 확인</a:t>
            </a:r>
            <a:endParaRPr lang="en-US" altLang="ko-KR" sz="1212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  <a:p>
            <a:pPr marL="207846" indent="-207846" algn="just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1212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입력창을 통해 정답 제출</a:t>
            </a:r>
            <a:endParaRPr lang="en-US" altLang="ko-KR" sz="1212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</p:txBody>
      </p:sp>
      <p:sp>
        <p:nvSpPr>
          <p:cNvPr id="64" name="TextBox 18">
            <a:extLst>
              <a:ext uri="{FF2B5EF4-FFF2-40B4-BE49-F238E27FC236}">
                <a16:creationId xmlns:a16="http://schemas.microsoft.com/office/drawing/2014/main" id="{E683B23F-E72B-C201-63EA-BE36298869D4}"/>
              </a:ext>
            </a:extLst>
          </p:cNvPr>
          <p:cNvSpPr txBox="1"/>
          <p:nvPr/>
        </p:nvSpPr>
        <p:spPr>
          <a:xfrm>
            <a:off x="3806551" y="8425197"/>
            <a:ext cx="2618182" cy="528485"/>
          </a:xfrm>
          <a:prstGeom prst="rect">
            <a:avLst/>
          </a:prstGeom>
        </p:spPr>
        <p:txBody>
          <a:bodyPr lIns="0" tIns="18473" rIns="0" bIns="0" rtlCol="0" anchor="ctr"/>
          <a:lstStyle/>
          <a:p>
            <a:pPr marL="207846" indent="-207846" algn="just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1212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모든 라운드 종료 후 점수 확인</a:t>
            </a:r>
            <a:endParaRPr lang="en-US" altLang="ko-KR" sz="1212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BFD29E7-3F56-E906-8100-B93634EBE2C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" y="2522636"/>
            <a:ext cx="2618182" cy="150142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584C4A7-8064-344C-B66C-84C36FCC5DC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5697" y="2501948"/>
            <a:ext cx="2618182" cy="152353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F46CBEC-8D4E-AE48-C0DD-32E620559C53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81" y="6853937"/>
            <a:ext cx="2618182" cy="154431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A2C0010-6D08-4FCE-4927-1B2B635BFA67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627" y="6849995"/>
            <a:ext cx="2618182" cy="1568220"/>
          </a:xfrm>
          <a:prstGeom prst="rect">
            <a:avLst/>
          </a:prstGeom>
        </p:spPr>
      </p:pic>
      <p:sp>
        <p:nvSpPr>
          <p:cNvPr id="39" name="직사각형 38">
            <a:extLst>
              <a:ext uri="{FF2B5EF4-FFF2-40B4-BE49-F238E27FC236}">
                <a16:creationId xmlns:a16="http://schemas.microsoft.com/office/drawing/2014/main" id="{2AC1C6EB-9818-8B0B-390A-35F88A95ED75}"/>
              </a:ext>
            </a:extLst>
          </p:cNvPr>
          <p:cNvSpPr/>
          <p:nvPr/>
        </p:nvSpPr>
        <p:spPr>
          <a:xfrm>
            <a:off x="3804627" y="6480542"/>
            <a:ext cx="2618182" cy="389245"/>
          </a:xfrm>
          <a:prstGeom prst="rect">
            <a:avLst/>
          </a:prstGeom>
          <a:solidFill>
            <a:srgbClr val="FF82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55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8. </a:t>
            </a:r>
            <a:r>
              <a:rPr lang="ko-KR" altLang="en-US" sz="1455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게임 종료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7E272C3-9DC0-EC4E-1388-F474CC483FF5}"/>
              </a:ext>
            </a:extLst>
          </p:cNvPr>
          <p:cNvSpPr/>
          <p:nvPr/>
        </p:nvSpPr>
        <p:spPr>
          <a:xfrm>
            <a:off x="467278" y="6492829"/>
            <a:ext cx="2618182" cy="389245"/>
          </a:xfrm>
          <a:prstGeom prst="rect">
            <a:avLst/>
          </a:prstGeom>
          <a:solidFill>
            <a:srgbClr val="FF82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55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7. </a:t>
            </a:r>
            <a:r>
              <a:rPr lang="ko-KR" altLang="en-US" sz="1455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라운드 종료 </a:t>
            </a:r>
          </a:p>
        </p:txBody>
      </p:sp>
      <p:sp>
        <p:nvSpPr>
          <p:cNvPr id="12" name="TextBox 18">
            <a:extLst>
              <a:ext uri="{FF2B5EF4-FFF2-40B4-BE49-F238E27FC236}">
                <a16:creationId xmlns:a16="http://schemas.microsoft.com/office/drawing/2014/main" id="{57E610DD-EB93-1FC8-A652-31169A7C0F35}"/>
              </a:ext>
            </a:extLst>
          </p:cNvPr>
          <p:cNvSpPr txBox="1"/>
          <p:nvPr/>
        </p:nvSpPr>
        <p:spPr>
          <a:xfrm>
            <a:off x="454748" y="8425197"/>
            <a:ext cx="2618182" cy="528485"/>
          </a:xfrm>
          <a:prstGeom prst="rect">
            <a:avLst/>
          </a:prstGeom>
        </p:spPr>
        <p:txBody>
          <a:bodyPr lIns="0" tIns="18473" rIns="0" bIns="0" rtlCol="0" anchor="ctr"/>
          <a:lstStyle/>
          <a:p>
            <a:pPr marL="207846" indent="-207846" algn="just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1212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정답 성공</a:t>
            </a:r>
            <a:r>
              <a:rPr lang="en-US" altLang="ko-KR" sz="1212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: </a:t>
            </a:r>
            <a:r>
              <a:rPr lang="ko-KR" altLang="en-US" sz="1212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다음 출제자 </a:t>
            </a:r>
            <a:r>
              <a:rPr lang="en-US" altLang="ko-KR" sz="1212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= </a:t>
            </a:r>
            <a:r>
              <a:rPr lang="ko-KR" altLang="en-US" sz="1212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정답자</a:t>
            </a:r>
            <a:endParaRPr lang="en-US" altLang="ko-KR" sz="1212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  <a:p>
            <a:pPr marL="207846" indent="-207846" algn="just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1212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정답 실패</a:t>
            </a:r>
            <a:r>
              <a:rPr lang="en-US" altLang="ko-KR" sz="1212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: </a:t>
            </a:r>
            <a:r>
              <a:rPr lang="ko-KR" altLang="en-US" sz="1212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출제자 유지</a:t>
            </a:r>
            <a:endParaRPr lang="en-US" altLang="ko-KR" sz="1212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069A5ED-10E4-BD5A-4DB3-09F257491BB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0" t="61641" r="10195" b="30201"/>
          <a:stretch>
            <a:fillRect/>
          </a:stretch>
        </p:blipFill>
        <p:spPr>
          <a:xfrm>
            <a:off x="588819" y="4880647"/>
            <a:ext cx="5703455" cy="485768"/>
          </a:xfrm>
          <a:prstGeom prst="rect">
            <a:avLst/>
          </a:prstGeom>
        </p:spPr>
      </p:pic>
      <p:sp>
        <p:nvSpPr>
          <p:cNvPr id="18" name="TextBox 18">
            <a:extLst>
              <a:ext uri="{FF2B5EF4-FFF2-40B4-BE49-F238E27FC236}">
                <a16:creationId xmlns:a16="http://schemas.microsoft.com/office/drawing/2014/main" id="{F0B49F5C-BB53-A95B-20EF-2A9F95A2AAE9}"/>
              </a:ext>
            </a:extLst>
          </p:cNvPr>
          <p:cNvSpPr txBox="1"/>
          <p:nvPr/>
        </p:nvSpPr>
        <p:spPr>
          <a:xfrm>
            <a:off x="4537365" y="5819935"/>
            <a:ext cx="1847273" cy="308393"/>
          </a:xfrm>
          <a:prstGeom prst="rect">
            <a:avLst/>
          </a:prstGeom>
        </p:spPr>
        <p:txBody>
          <a:bodyPr lIns="0" tIns="18473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1212" dirty="0">
                <a:solidFill>
                  <a:srgbClr val="FF5D5D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정답 실패</a:t>
            </a:r>
            <a:r>
              <a:rPr lang="en-US" altLang="ko-KR" sz="1212" dirty="0">
                <a:solidFill>
                  <a:srgbClr val="FF5D5D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 ⇒ </a:t>
            </a:r>
            <a:r>
              <a:rPr lang="ko-KR" altLang="en-US" sz="1212" dirty="0">
                <a:solidFill>
                  <a:srgbClr val="FF5D5D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출제자 </a:t>
            </a:r>
            <a:r>
              <a:rPr lang="en-US" altLang="ko-KR" sz="1212" dirty="0">
                <a:solidFill>
                  <a:srgbClr val="FF5D5D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-1</a:t>
            </a:r>
            <a:r>
              <a:rPr lang="ko-KR" altLang="en-US" sz="1212" dirty="0">
                <a:solidFill>
                  <a:srgbClr val="FF5D5D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점</a:t>
            </a:r>
            <a:endParaRPr lang="en-US" altLang="ko-KR" sz="1212" dirty="0">
              <a:solidFill>
                <a:srgbClr val="FF5D5D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  <a:cs typeface="Work Sans Regular"/>
            </a:endParaRP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59B6F88E-E55A-C2DB-A200-409F7F676243}"/>
              </a:ext>
            </a:extLst>
          </p:cNvPr>
          <p:cNvSpPr txBox="1"/>
          <p:nvPr/>
        </p:nvSpPr>
        <p:spPr>
          <a:xfrm>
            <a:off x="3894668" y="5367968"/>
            <a:ext cx="1847273" cy="528485"/>
          </a:xfrm>
          <a:prstGeom prst="rect">
            <a:avLst/>
          </a:prstGeom>
        </p:spPr>
        <p:txBody>
          <a:bodyPr lIns="0" tIns="18473" rIns="0" bIns="0" rtlCol="0" anchor="ctr"/>
          <a:lstStyle/>
          <a:p>
            <a:pPr lvl="0" algn="just">
              <a:lnSpc>
                <a:spcPct val="99600"/>
              </a:lnSpc>
            </a:pPr>
            <a:r>
              <a:rPr lang="ko-KR" altLang="en-US" sz="1212" dirty="0">
                <a:solidFill>
                  <a:schemeClr val="accent6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출제자 </a:t>
            </a:r>
            <a:r>
              <a:rPr lang="en-US" altLang="ko-KR" sz="1212" dirty="0">
                <a:solidFill>
                  <a:schemeClr val="accent6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+1</a:t>
            </a:r>
            <a:r>
              <a:rPr lang="ko-KR" altLang="en-US" sz="1212" dirty="0">
                <a:solidFill>
                  <a:schemeClr val="accent6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점</a:t>
            </a:r>
            <a:r>
              <a:rPr lang="en-US" altLang="ko-KR" sz="1212" dirty="0">
                <a:solidFill>
                  <a:schemeClr val="accent6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 / </a:t>
            </a:r>
            <a:r>
              <a:rPr lang="ko-KR" altLang="en-US" sz="1212" dirty="0">
                <a:solidFill>
                  <a:schemeClr val="accent6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참가자 </a:t>
            </a:r>
            <a:r>
              <a:rPr lang="en-US" altLang="ko-KR" sz="1212" dirty="0">
                <a:solidFill>
                  <a:schemeClr val="accent6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+2</a:t>
            </a:r>
            <a:r>
              <a:rPr lang="ko-KR" altLang="en-US" sz="1212" dirty="0">
                <a:solidFill>
                  <a:schemeClr val="accent6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점</a:t>
            </a:r>
            <a:endParaRPr lang="en-US" altLang="ko-KR" sz="1212" dirty="0">
              <a:solidFill>
                <a:schemeClr val="accent6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  <a:cs typeface="Work Sans Regular"/>
            </a:endParaRPr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A449C927-0B46-AA4C-FF90-289D9470DED0}"/>
              </a:ext>
            </a:extLst>
          </p:cNvPr>
          <p:cNvSpPr txBox="1"/>
          <p:nvPr/>
        </p:nvSpPr>
        <p:spPr>
          <a:xfrm>
            <a:off x="1116060" y="5367968"/>
            <a:ext cx="1847273" cy="528485"/>
          </a:xfrm>
          <a:prstGeom prst="rect">
            <a:avLst/>
          </a:prstGeom>
        </p:spPr>
        <p:txBody>
          <a:bodyPr lIns="0" tIns="18473" rIns="0" bIns="0" rtlCol="0" anchor="ctr"/>
          <a:lstStyle/>
          <a:p>
            <a:pPr lvl="0" algn="just">
              <a:lnSpc>
                <a:spcPct val="99600"/>
              </a:lnSpc>
            </a:pPr>
            <a:r>
              <a:rPr lang="ko-KR" altLang="en-US" sz="1212" dirty="0">
                <a:solidFill>
                  <a:schemeClr val="accent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출제자 </a:t>
            </a:r>
            <a:r>
              <a:rPr lang="en-US" altLang="ko-KR" sz="1212" dirty="0">
                <a:solidFill>
                  <a:schemeClr val="accent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+2</a:t>
            </a:r>
            <a:r>
              <a:rPr lang="ko-KR" altLang="en-US" sz="1212" dirty="0">
                <a:solidFill>
                  <a:schemeClr val="accent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점</a:t>
            </a:r>
            <a:r>
              <a:rPr lang="en-US" altLang="ko-KR" sz="1212" dirty="0">
                <a:solidFill>
                  <a:schemeClr val="accent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 / </a:t>
            </a:r>
            <a:r>
              <a:rPr lang="ko-KR" altLang="en-US" sz="1212" dirty="0">
                <a:solidFill>
                  <a:schemeClr val="accent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참가자 </a:t>
            </a:r>
            <a:r>
              <a:rPr lang="en-US" altLang="ko-KR" sz="1212" dirty="0">
                <a:solidFill>
                  <a:schemeClr val="accent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+3</a:t>
            </a:r>
            <a:r>
              <a:rPr lang="ko-KR" altLang="en-US" sz="1212" dirty="0">
                <a:solidFill>
                  <a:schemeClr val="accent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점</a:t>
            </a:r>
            <a:endParaRPr lang="en-US" altLang="ko-KR" sz="1212" dirty="0">
              <a:solidFill>
                <a:schemeClr val="accent1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  <a:cs typeface="Work Sans Regular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B2C125F-AF11-F7D2-E087-A6246575BD35}"/>
              </a:ext>
            </a:extLst>
          </p:cNvPr>
          <p:cNvCxnSpPr>
            <a:cxnSpLocks/>
          </p:cNvCxnSpPr>
          <p:nvPr/>
        </p:nvCxnSpPr>
        <p:spPr>
          <a:xfrm flipH="1">
            <a:off x="3429000" y="5296089"/>
            <a:ext cx="0" cy="308588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FD23E8F3-2268-F0FE-A66A-28A8159B67DD}"/>
              </a:ext>
            </a:extLst>
          </p:cNvPr>
          <p:cNvCxnSpPr/>
          <p:nvPr/>
        </p:nvCxnSpPr>
        <p:spPr>
          <a:xfrm>
            <a:off x="615758" y="5460331"/>
            <a:ext cx="2813242" cy="0"/>
          </a:xfrm>
          <a:prstGeom prst="bentConnector3">
            <a:avLst/>
          </a:prstGeom>
          <a:ln w="38100">
            <a:solidFill>
              <a:srgbClr val="00B0F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7DF41FC1-46D4-304C-375B-B2CDC1EEF98C}"/>
              </a:ext>
            </a:extLst>
          </p:cNvPr>
          <p:cNvCxnSpPr/>
          <p:nvPr/>
        </p:nvCxnSpPr>
        <p:spPr>
          <a:xfrm>
            <a:off x="3432849" y="5460331"/>
            <a:ext cx="2813242" cy="0"/>
          </a:xfrm>
          <a:prstGeom prst="bentConnector3">
            <a:avLst/>
          </a:prstGeom>
          <a:ln w="38100">
            <a:prstDash val="sysDot"/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16CDEBAC-2DED-3891-1634-3201AD2C8A94}"/>
              </a:ext>
            </a:extLst>
          </p:cNvPr>
          <p:cNvCxnSpPr>
            <a:cxnSpLocks/>
          </p:cNvCxnSpPr>
          <p:nvPr/>
        </p:nvCxnSpPr>
        <p:spPr>
          <a:xfrm>
            <a:off x="6242243" y="5296088"/>
            <a:ext cx="3848" cy="523847"/>
          </a:xfrm>
          <a:prstGeom prst="line">
            <a:avLst/>
          </a:prstGeom>
          <a:ln w="38100">
            <a:solidFill>
              <a:srgbClr val="FF8282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8CEE16FC-84F3-12B3-F1A4-A455DE0B4C84}"/>
              </a:ext>
            </a:extLst>
          </p:cNvPr>
          <p:cNvCxnSpPr>
            <a:cxnSpLocks/>
          </p:cNvCxnSpPr>
          <p:nvPr/>
        </p:nvCxnSpPr>
        <p:spPr>
          <a:xfrm flipH="1">
            <a:off x="611909" y="5296089"/>
            <a:ext cx="0" cy="308588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28">
            <a:extLst>
              <a:ext uri="{FF2B5EF4-FFF2-40B4-BE49-F238E27FC236}">
                <a16:creationId xmlns:a16="http://schemas.microsoft.com/office/drawing/2014/main" id="{FD624758-5202-5CDB-A7CB-5D69200AD7F1}"/>
              </a:ext>
            </a:extLst>
          </p:cNvPr>
          <p:cNvSpPr txBox="1"/>
          <p:nvPr/>
        </p:nvSpPr>
        <p:spPr>
          <a:xfrm>
            <a:off x="200122" y="882073"/>
            <a:ext cx="6473152" cy="287867"/>
          </a:xfrm>
          <a:prstGeom prst="rect">
            <a:avLst/>
          </a:prstGeom>
        </p:spPr>
        <p:txBody>
          <a:bodyPr lIns="0" tIns="18473" rIns="0" bIns="0" rtlCol="0" anchor="t"/>
          <a:lstStyle/>
          <a:p>
            <a:pPr lvl="0" algn="r">
              <a:lnSpc>
                <a:spcPct val="99600"/>
              </a:lnSpc>
            </a:pPr>
            <a:r>
              <a:rPr lang="ko-KR" altLang="en-US" sz="1455" dirty="0" err="1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쿵야</a:t>
            </a:r>
            <a:r>
              <a:rPr lang="ko-KR" altLang="en-US" sz="1455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 팀</a:t>
            </a:r>
            <a:r>
              <a:rPr lang="en-US" altLang="ko-KR" sz="1455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(</a:t>
            </a:r>
            <a:r>
              <a:rPr lang="ko-KR" altLang="en-US" sz="1455" dirty="0" err="1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엄제원</a:t>
            </a:r>
            <a:r>
              <a:rPr lang="en-US" altLang="ko-KR" sz="1455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, </a:t>
            </a:r>
            <a:r>
              <a:rPr lang="ko-KR" altLang="en-US" sz="1455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이경환</a:t>
            </a:r>
            <a:r>
              <a:rPr lang="en-US" altLang="ko-KR" sz="1455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, </a:t>
            </a:r>
            <a:r>
              <a:rPr lang="ko-KR" altLang="en-US" sz="1455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윤지원</a:t>
            </a:r>
            <a:r>
              <a:rPr lang="en-US" altLang="ko-KR" sz="1455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)</a:t>
            </a:r>
            <a:endParaRPr lang="en-US" sz="1455" dirty="0">
              <a:solidFill>
                <a:srgbClr val="FAFAF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  <a:cs typeface="Work Sans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936348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204</Words>
  <Application>Microsoft Office PowerPoint</Application>
  <PresentationFormat>A4 용지(210x297mm)</PresentationFormat>
  <Paragraphs>39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LG스마트체2.0 SemiBold</vt:lpstr>
      <vt:lpstr>Calibri</vt:lpstr>
      <vt:lpstr>LG스마트체2.0 Regular</vt:lpstr>
      <vt:lpstr>Arial</vt:lpstr>
      <vt:lpstr>LG스마트체2.0 Light</vt:lpstr>
      <vt:lpstr>LG스마트체2.0 Bold</vt:lpstr>
      <vt:lpstr>Office Theme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윤지원</cp:lastModifiedBy>
  <cp:revision>22</cp:revision>
  <dcterms:created xsi:type="dcterms:W3CDTF">2006-08-16T00:00:00Z</dcterms:created>
  <dcterms:modified xsi:type="dcterms:W3CDTF">2026-04-21T23:38:38Z</dcterms:modified>
</cp:coreProperties>
</file>