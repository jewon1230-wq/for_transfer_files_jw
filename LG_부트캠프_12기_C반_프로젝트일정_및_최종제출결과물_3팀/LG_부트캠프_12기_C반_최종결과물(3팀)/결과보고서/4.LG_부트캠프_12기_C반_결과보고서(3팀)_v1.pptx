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69" r:id="rId4"/>
    <p:sldId id="271" r:id="rId5"/>
    <p:sldId id="272" r:id="rId6"/>
    <p:sldId id="274" r:id="rId7"/>
    <p:sldId id="275" r:id="rId8"/>
    <p:sldId id="276" r:id="rId9"/>
    <p:sldId id="270" r:id="rId10"/>
    <p:sldId id="273" r:id="rId11"/>
    <p:sldId id="259" r:id="rId12"/>
    <p:sldId id="266" r:id="rId13"/>
    <p:sldId id="267" r:id="rId14"/>
    <p:sldId id="277" r:id="rId15"/>
    <p:sldId id="278" r:id="rId16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 varScale="1">
        <p:scale>
          <a:sx n="81" d="100"/>
          <a:sy n="81" d="100"/>
        </p:scale>
        <p:origin x="462" y="60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쿵야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엄제원</a:t>
            </a:r>
            <a:r>
              <a:rPr lang="ko-KR" altLang="en-US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이경환 윤지원</a:t>
            </a:r>
            <a:endParaRPr lang="ko-KR" altLang="en-US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프로젝트 주제 </a:t>
            </a:r>
            <a:r>
              <a:rPr lang="en-US" altLang="ko-KR" dirty="0"/>
              <a:t>: </a:t>
            </a:r>
            <a:r>
              <a:rPr lang="ko-KR" altLang="en-US"/>
              <a:t>캐치 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 </a:t>
            </a:r>
            <a:r>
              <a:rPr lang="ko-KR" altLang="en-US" dirty="0"/>
              <a:t>방식</a:t>
            </a:r>
          </a:p>
          <a:p>
            <a:pPr lvl="1"/>
            <a:r>
              <a:rPr lang="ko-KR" altLang="en-US" dirty="0" smtClean="0"/>
              <a:t>출제자는 분야</a:t>
            </a:r>
            <a:r>
              <a:rPr lang="en-US" altLang="ko-KR" dirty="0" smtClean="0"/>
              <a:t>&gt;</a:t>
            </a:r>
            <a:r>
              <a:rPr lang="ko-KR" altLang="en-US"/>
              <a:t>주제어 순서로 </a:t>
            </a:r>
            <a:r>
              <a:rPr lang="ko-KR" altLang="en-US" smtClean="0"/>
              <a:t>선택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</a:t>
            </a:r>
            <a:r>
              <a:rPr lang="ko-KR" altLang="en-US" dirty="0"/>
              <a:t>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</a:t>
            </a:r>
            <a:r>
              <a:rPr lang="ko-KR" altLang="en-US" dirty="0" smtClean="0"/>
              <a:t>시작</a:t>
            </a:r>
            <a:endParaRPr lang="en-US" altLang="ko-KR" dirty="0"/>
          </a:p>
          <a:p>
            <a:pPr lvl="1"/>
            <a:r>
              <a:rPr lang="ko-KR" altLang="en-US" dirty="0" smtClean="0"/>
              <a:t>참가자는 </a:t>
            </a:r>
            <a:r>
              <a:rPr lang="ko-KR" altLang="en-US" dirty="0"/>
              <a:t>정답을 자신의 화면에 </a:t>
            </a:r>
            <a:r>
              <a:rPr lang="ko-KR" altLang="en-US" dirty="0" smtClean="0"/>
              <a:t>글씨로 작성하여 </a:t>
            </a:r>
            <a:r>
              <a:rPr lang="ko-KR" altLang="en-US" dirty="0"/>
              <a:t>제출</a:t>
            </a:r>
          </a:p>
          <a:p>
            <a:pPr lvl="1"/>
            <a:r>
              <a:rPr lang="ko-KR" altLang="en-US" dirty="0" smtClean="0"/>
              <a:t>출제자는 </a:t>
            </a:r>
            <a:r>
              <a:rPr lang="ko-KR" altLang="en-US" dirty="0"/>
              <a:t>확인 후 </a:t>
            </a:r>
            <a:r>
              <a:rPr lang="ko-KR" altLang="en-US" dirty="0" smtClean="0"/>
              <a:t>정답</a:t>
            </a:r>
            <a:r>
              <a:rPr lang="en-US" altLang="ko-KR" dirty="0" smtClean="0"/>
              <a:t>/</a:t>
            </a:r>
            <a:r>
              <a:rPr lang="ko-KR" altLang="en-US" smtClean="0"/>
              <a:t>오답 </a:t>
            </a:r>
            <a:r>
              <a:rPr lang="ko-KR" altLang="en-US" dirty="0"/>
              <a:t>판단</a:t>
            </a:r>
          </a:p>
          <a:p>
            <a:pPr lvl="1"/>
            <a:r>
              <a:rPr lang="ko-KR" altLang="en-US" dirty="0" smtClean="0"/>
              <a:t>정답 시 맞춘 </a:t>
            </a:r>
            <a:r>
              <a:rPr lang="ko-KR" altLang="en-US" dirty="0"/>
              <a:t>사람이 출제자가 되고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mtClean="0"/>
              <a:t>다시 </a:t>
            </a:r>
            <a:r>
              <a:rPr lang="ko-KR" altLang="en-US"/>
              <a:t>주제어 선택 화면으로 전환</a:t>
            </a:r>
          </a:p>
          <a:p>
            <a:pPr lvl="1"/>
            <a:r>
              <a:rPr lang="ko-KR" altLang="en-US" dirty="0"/>
              <a:t>다음 라운드 </a:t>
            </a:r>
            <a:r>
              <a:rPr lang="ko-KR" altLang="en-US" dirty="0" smtClean="0"/>
              <a:t>시작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점수 획득 방법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문제를 맞춘 참가자는 </a:t>
            </a:r>
            <a:r>
              <a:rPr lang="en-US" altLang="ko-KR" dirty="0" smtClean="0"/>
              <a:t>OO</a:t>
            </a:r>
            <a:r>
              <a:rPr lang="ko-KR" altLang="en-US" smtClean="0"/>
              <a:t>점의 점수 획득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</a:t>
            </a:r>
            <a:r>
              <a:rPr lang="ko-KR" altLang="en-US" smtClean="0"/>
              <a:t>분의 그림 그리기 제한 시간동안 맞춘 사람이 있는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획득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맞춘 사람이 없는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감점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5</a:t>
            </a:r>
            <a:r>
              <a:rPr lang="ko-KR" altLang="en-US" smtClean="0"/>
              <a:t>라운드 이후 각 인원 점수를 합산하여 </a:t>
            </a:r>
            <a:r>
              <a:rPr lang="en-US" altLang="ko-KR" dirty="0" smtClean="0"/>
              <a:t>1~3</a:t>
            </a:r>
            <a:r>
              <a:rPr lang="ko-KR" altLang="en-US" smtClean="0"/>
              <a:t>등 표시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081" y="1767433"/>
            <a:ext cx="8684419" cy="488498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884420" y="2488367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0" y="6715588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</a:t>
            </a:r>
            <a:r>
              <a:rPr lang="ko-KR" altLang="en-US" b="1" smtClean="0">
                <a:solidFill>
                  <a:schemeClr val="tx1"/>
                </a:solidFill>
              </a:rPr>
              <a:t>원복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</a:t>
            </a:r>
            <a:r>
              <a:rPr lang="ko-KR" altLang="en-US" b="1" dirty="0" smtClean="0">
                <a:solidFill>
                  <a:schemeClr val="tx1"/>
                </a:solidFill>
              </a:rPr>
              <a:t>맞추기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</a:t>
            </a:r>
            <a:r>
              <a:rPr lang="ko-KR" altLang="en-US" b="1" smtClean="0">
                <a:solidFill>
                  <a:schemeClr val="tx1"/>
                </a:solidFill>
              </a:rPr>
              <a:t>제출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</a:t>
            </a:r>
            <a:r>
              <a:rPr lang="ko-KR" altLang="en-US" b="1" smtClean="0">
                <a:solidFill>
                  <a:schemeClr val="tx1"/>
                </a:solidFill>
              </a:rPr>
              <a:t>있는지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</a:t>
            </a:r>
            <a:r>
              <a:rPr lang="ko-KR" altLang="en-US" b="1" smtClean="0">
                <a:solidFill>
                  <a:schemeClr val="tx1"/>
                </a:solidFill>
              </a:rPr>
              <a:t>오후 한시반 팀별 </a:t>
            </a:r>
            <a:r>
              <a:rPr lang="ko-KR" altLang="en-US" b="1" smtClean="0">
                <a:solidFill>
                  <a:schemeClr val="tx1"/>
                </a:solidFill>
              </a:rPr>
              <a:t>영상 </a:t>
            </a:r>
            <a:r>
              <a:rPr lang="ko-KR" altLang="en-US" b="1" smtClean="0">
                <a:solidFill>
                  <a:schemeClr val="tx1"/>
                </a:solidFill>
              </a:rPr>
              <a:t>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 이름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팀원 소개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프로젝트 주제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목표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팀워크 모습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재밌는</a:t>
            </a:r>
            <a:r>
              <a:rPr lang="ko-KR" altLang="en-US" b="1" dirty="0" smtClean="0">
                <a:solidFill>
                  <a:schemeClr val="tx1"/>
                </a:solidFill>
              </a:rPr>
              <a:t> 요소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1833</TotalTime>
  <Words>911</Words>
  <Application>Microsoft Office PowerPoint</Application>
  <PresentationFormat>사용자 지정</PresentationFormat>
  <Paragraphs>228</Paragraphs>
  <Slides>15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116</cp:revision>
  <dcterms:created xsi:type="dcterms:W3CDTF">2022-12-09T16:47:26Z</dcterms:created>
  <dcterms:modified xsi:type="dcterms:W3CDTF">2026-04-20T08:10:33Z</dcterms:modified>
</cp:coreProperties>
</file>