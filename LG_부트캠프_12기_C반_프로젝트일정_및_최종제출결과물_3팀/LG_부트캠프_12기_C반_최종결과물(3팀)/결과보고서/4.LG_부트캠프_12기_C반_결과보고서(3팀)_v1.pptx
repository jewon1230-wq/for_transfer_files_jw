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69" r:id="rId4"/>
    <p:sldId id="271" r:id="rId5"/>
    <p:sldId id="280" r:id="rId6"/>
    <p:sldId id="281" r:id="rId7"/>
    <p:sldId id="272" r:id="rId8"/>
    <p:sldId id="274" r:id="rId9"/>
    <p:sldId id="275" r:id="rId10"/>
    <p:sldId id="276" r:id="rId11"/>
    <p:sldId id="270" r:id="rId12"/>
    <p:sldId id="273" r:id="rId13"/>
    <p:sldId id="259" r:id="rId14"/>
    <p:sldId id="266" r:id="rId15"/>
    <p:sldId id="267" r:id="rId16"/>
    <p:sldId id="277" r:id="rId17"/>
    <p:sldId id="278" r:id="rId18"/>
    <p:sldId id="279" r:id="rId1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55" autoAdjust="0"/>
    <p:restoredTop sz="96395" autoAdjust="0"/>
  </p:normalViewPr>
  <p:slideViewPr>
    <p:cSldViewPr snapToGrid="0" snapToObjects="1">
      <p:cViewPr>
        <p:scale>
          <a:sx n="75" d="100"/>
          <a:sy n="75" d="100"/>
        </p:scale>
        <p:origin x="750" y="246"/>
      </p:cViewPr>
      <p:guideLst>
        <p:guide orient="horz" pos="3110"/>
        <p:guide pos="55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0"/>
            <a:ext cx="17556480" cy="9875520"/>
            <a:chOff x="0" y="0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7556480" cy="987552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 userDrawn="1"/>
          </p:nvSpPr>
          <p:spPr>
            <a:xfrm>
              <a:off x="0" y="1401288"/>
              <a:ext cx="17556163" cy="84742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501404" y="1675892"/>
            <a:ext cx="164530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400" dirty="0" smtClean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ko-KR" altLang="en-US" sz="20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16560800" cy="75819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  <a:lvl2pPr>
              <a:defRPr sz="24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>
              <a:defRPr sz="2000"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>
              <a:defRPr sz="18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4pPr>
            <a:lvl5pPr>
              <a:defRPr sz="160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endParaRPr lang="ko-KR" altLang="en-US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쿵야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28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 err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엄제원</a:t>
            </a:r>
            <a:r>
              <a:rPr lang="ko-KR" altLang="en-US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이경환 윤지원</a:t>
            </a:r>
            <a:endParaRPr lang="ko-KR" altLang="en-US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750089" y="7383726"/>
            <a:ext cx="6248622" cy="1184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solidFill>
                  <a:schemeClr val="tx1"/>
                </a:solidFill>
              </a:rPr>
              <a:t>필요시 목차 임의 수정 가능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소개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204566" y="138195"/>
            <a:ext cx="11092721" cy="1124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b="1" dirty="0">
                <a:solidFill>
                  <a:schemeClr val="tx1"/>
                </a:solidFill>
              </a:rPr>
              <a:t>간략하게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페이지에 프로젝트의 주제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목표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결과를 요약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733" y="5966265"/>
            <a:ext cx="5613433" cy="3228535"/>
          </a:xfrm>
          <a:prstGeom prst="rect">
            <a:avLst/>
          </a:prstGeom>
        </p:spPr>
      </p:pic>
      <p:sp>
        <p:nvSpPr>
          <p:cNvPr id="8" name="텍스트 개체 틀 1"/>
          <p:cNvSpPr txBox="1">
            <a:spLocks/>
          </p:cNvSpPr>
          <p:nvPr/>
        </p:nvSpPr>
        <p:spPr>
          <a:xfrm>
            <a:off x="546101" y="5280066"/>
            <a:ext cx="6745348" cy="21850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</p:txBody>
      </p:sp>
      <p:sp>
        <p:nvSpPr>
          <p:cNvPr id="9" name="텍스트 개체 틀 1"/>
          <p:cNvSpPr txBox="1">
            <a:spLocks/>
          </p:cNvSpPr>
          <p:nvPr/>
        </p:nvSpPr>
        <p:spPr>
          <a:xfrm>
            <a:off x="546101" y="7269183"/>
            <a:ext cx="6745348" cy="21850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734" y="1828800"/>
            <a:ext cx="5637012" cy="3758008"/>
          </a:xfrm>
          <a:prstGeom prst="rect">
            <a:avLst/>
          </a:prstGeom>
        </p:spPr>
      </p:pic>
      <p:sp>
        <p:nvSpPr>
          <p:cNvPr id="15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8572500" cy="7581900"/>
          </a:xfrm>
        </p:spPr>
        <p:txBody>
          <a:bodyPr/>
          <a:lstStyle/>
          <a:p>
            <a:r>
              <a:rPr lang="ko-KR" altLang="en-US" dirty="0" smtClean="0"/>
              <a:t>캐치 </a:t>
            </a:r>
            <a:r>
              <a:rPr lang="ko-KR" altLang="en-US" dirty="0"/>
              <a:t>마인드</a:t>
            </a:r>
          </a:p>
          <a:p>
            <a:pPr lvl="1"/>
            <a:r>
              <a:rPr lang="ko-KR" altLang="en-US" dirty="0"/>
              <a:t>필요 인원 </a:t>
            </a:r>
            <a:r>
              <a:rPr lang="en-US" altLang="ko-KR" dirty="0"/>
              <a:t>3</a:t>
            </a:r>
            <a:r>
              <a:rPr lang="ko-KR" altLang="en-US"/>
              <a:t>명 </a:t>
            </a:r>
            <a:r>
              <a:rPr lang="en-US" altLang="ko-KR" dirty="0"/>
              <a:t>(1</a:t>
            </a:r>
            <a:r>
              <a:rPr lang="ko-KR" altLang="en-US"/>
              <a:t>명 출제자</a:t>
            </a:r>
            <a:r>
              <a:rPr lang="en-US" altLang="ko-KR" dirty="0"/>
              <a:t>, 2</a:t>
            </a:r>
            <a:r>
              <a:rPr lang="ko-KR" altLang="en-US"/>
              <a:t>명 참가자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/>
              <a:t>인 실시간 멀티플레이 지원</a:t>
            </a:r>
            <a:endParaRPr lang="en-US" altLang="ko-KR" dirty="0"/>
          </a:p>
          <a:p>
            <a:pPr lvl="1"/>
            <a:r>
              <a:rPr lang="ko-KR" altLang="en-US" dirty="0"/>
              <a:t>허브 기반 </a:t>
            </a:r>
            <a:r>
              <a:rPr lang="en-US" altLang="ko-KR" dirty="0"/>
              <a:t>UDP </a:t>
            </a:r>
            <a:r>
              <a:rPr lang="ko-KR" altLang="en-US"/>
              <a:t>통신을 통해 세명의 플레이어가 실시간으로 게임을 즐기도록 지원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플레이어 간 경쟁을 위한 랭킹 시스템</a:t>
            </a:r>
            <a:endParaRPr lang="en-US" altLang="ko-KR" dirty="0"/>
          </a:p>
          <a:p>
            <a:pPr lvl="1"/>
            <a:r>
              <a:rPr lang="ko-KR" altLang="en-US" dirty="0"/>
              <a:t>문제 출제와 정답을 맞추며 점수 획득이 가능하며 </a:t>
            </a:r>
            <a:r>
              <a:rPr lang="en-US" altLang="ko-KR" dirty="0"/>
              <a:t>5</a:t>
            </a:r>
            <a:r>
              <a:rPr lang="ko-KR" altLang="en-US"/>
              <a:t>라운드 합산을 통해 랭킹 출력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터치펜을</a:t>
            </a:r>
            <a:r>
              <a:rPr lang="ko-KR" altLang="en-US" dirty="0"/>
              <a:t> 활용한 정교한 그림 그리기</a:t>
            </a:r>
            <a:endParaRPr lang="en-US" altLang="ko-KR" dirty="0"/>
          </a:p>
          <a:p>
            <a:pPr lvl="1"/>
            <a:r>
              <a:rPr lang="ko-KR" altLang="en-US" dirty="0"/>
              <a:t>색상 변경</a:t>
            </a:r>
            <a:r>
              <a:rPr lang="en-US" altLang="ko-KR" dirty="0"/>
              <a:t>, </a:t>
            </a:r>
            <a:r>
              <a:rPr lang="ko-KR" altLang="en-US"/>
              <a:t>지우개</a:t>
            </a:r>
            <a:r>
              <a:rPr lang="en-US" altLang="ko-KR" dirty="0"/>
              <a:t>, </a:t>
            </a:r>
            <a:r>
              <a:rPr lang="ko-KR" altLang="en-US"/>
              <a:t>초기화 기능을 통해 출제자가 편리하게 문제를 출제하도록 지원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8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7708900" cy="7581900"/>
          </a:xfrm>
        </p:spPr>
        <p:txBody>
          <a:bodyPr/>
          <a:lstStyle/>
          <a:p>
            <a:r>
              <a:rPr lang="ko-KR" altLang="en-US" b="1" dirty="0"/>
              <a:t>게임 개요</a:t>
            </a:r>
          </a:p>
          <a:p>
            <a:pPr lvl="1"/>
            <a:r>
              <a:rPr lang="ko-KR" altLang="en-US" dirty="0"/>
              <a:t>구성</a:t>
            </a:r>
            <a:r>
              <a:rPr lang="en-US" altLang="ko-KR" dirty="0"/>
              <a:t>: </a:t>
            </a:r>
            <a:r>
              <a:rPr lang="ko-KR" altLang="en-US"/>
              <a:t>출제자 </a:t>
            </a:r>
            <a:r>
              <a:rPr lang="en-US" altLang="ko-KR" dirty="0"/>
              <a:t>1</a:t>
            </a:r>
            <a:r>
              <a:rPr lang="ko-KR" altLang="en-US"/>
              <a:t>명 </a:t>
            </a:r>
            <a:r>
              <a:rPr lang="en-US" altLang="ko-KR" dirty="0"/>
              <a:t>/ </a:t>
            </a:r>
            <a:r>
              <a:rPr lang="ko-KR" altLang="en-US"/>
              <a:t>참가자 </a:t>
            </a:r>
            <a:r>
              <a:rPr lang="en-US" altLang="ko-KR" dirty="0"/>
              <a:t>2</a:t>
            </a:r>
            <a:r>
              <a:rPr lang="ko-KR" altLang="en-US"/>
              <a:t>명 </a:t>
            </a:r>
          </a:p>
          <a:p>
            <a:pPr lvl="1"/>
            <a:r>
              <a:rPr lang="ko-KR" altLang="en-US" dirty="0"/>
              <a:t>라운드</a:t>
            </a:r>
            <a:r>
              <a:rPr lang="en-US" altLang="ko-KR" dirty="0"/>
              <a:t>: </a:t>
            </a:r>
            <a:r>
              <a:rPr lang="ko-KR" altLang="en-US"/>
              <a:t>총 </a:t>
            </a:r>
            <a:r>
              <a:rPr lang="en-US" altLang="ko-KR" dirty="0"/>
              <a:t>5</a:t>
            </a:r>
            <a:r>
              <a:rPr lang="ko-KR" altLang="en-US"/>
              <a:t>라운드 진행 </a:t>
            </a:r>
          </a:p>
          <a:p>
            <a:pPr lvl="1"/>
            <a:r>
              <a:rPr lang="ko-KR" altLang="en-US" dirty="0"/>
              <a:t>승리 조건</a:t>
            </a:r>
            <a:r>
              <a:rPr lang="en-US" altLang="ko-KR" dirty="0"/>
              <a:t>: </a:t>
            </a:r>
            <a:r>
              <a:rPr lang="ko-KR" altLang="en-US"/>
              <a:t>누적 점수로 최종 순위 결정</a:t>
            </a:r>
          </a:p>
          <a:p>
            <a:pPr lvl="1"/>
            <a:endParaRPr lang="en-US" altLang="ko-KR" dirty="0" smtClean="0"/>
          </a:p>
          <a:p>
            <a:r>
              <a:rPr lang="ko-KR" altLang="en-US" dirty="0"/>
              <a:t>게임 진행 </a:t>
            </a:r>
            <a:r>
              <a:rPr lang="ko-KR" altLang="en-US" dirty="0" smtClean="0"/>
              <a:t>흐름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출제자 선정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첫 </a:t>
            </a:r>
            <a:r>
              <a:rPr lang="ko-KR" altLang="en-US" dirty="0"/>
              <a:t>라운드</a:t>
            </a:r>
            <a:r>
              <a:rPr lang="en-US" altLang="ko-KR" dirty="0"/>
              <a:t>: </a:t>
            </a:r>
            <a:r>
              <a:rPr lang="ko-KR" altLang="en-US" smtClean="0"/>
              <a:t>선착순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문제 선택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분야 </a:t>
            </a:r>
            <a:r>
              <a:rPr lang="ko-KR" altLang="en-US" dirty="0"/>
              <a:t>→ 주제어 선택 </a:t>
            </a:r>
            <a:r>
              <a:rPr lang="en-US" altLang="ko-KR" dirty="0"/>
              <a:t>(</a:t>
            </a:r>
            <a:r>
              <a:rPr lang="ko-KR" altLang="en-US"/>
              <a:t>각 </a:t>
            </a:r>
            <a:r>
              <a:rPr lang="en-US" altLang="ko-KR" dirty="0"/>
              <a:t>4</a:t>
            </a:r>
            <a:r>
              <a:rPr lang="ko-KR" altLang="en-US"/>
              <a:t>개 </a:t>
            </a:r>
            <a:r>
              <a:rPr lang="ko-KR" altLang="en-US"/>
              <a:t>랜덤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그림 </a:t>
            </a:r>
            <a:r>
              <a:rPr lang="en-US" altLang="ko-KR" dirty="0"/>
              <a:t>&amp; </a:t>
            </a:r>
            <a:r>
              <a:rPr lang="ko-KR" altLang="en-US" smtClean="0"/>
              <a:t>공유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출제자가 </a:t>
            </a:r>
            <a:r>
              <a:rPr lang="ko-KR" altLang="en-US" dirty="0"/>
              <a:t>그림을 그리면→ 참가자에게 실시간 화면 </a:t>
            </a:r>
            <a:r>
              <a:rPr lang="ko-KR" altLang="en-US" dirty="0" smtClean="0"/>
              <a:t>공유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정답 제출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참가자 </a:t>
            </a:r>
            <a:r>
              <a:rPr lang="ko-KR" altLang="en-US" dirty="0"/>
              <a:t>텍스트 </a:t>
            </a:r>
            <a:r>
              <a:rPr lang="ko-KR" altLang="en-US" dirty="0" smtClean="0"/>
              <a:t>입력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선착순 </a:t>
            </a:r>
            <a:r>
              <a:rPr lang="ko-KR" altLang="en-US" dirty="0"/>
              <a:t>제출 → 출제자가 직접 판단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게임 개요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&amp;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진행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74420" y="-75692"/>
            <a:ext cx="7531309" cy="1552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실제 개발 결과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  <p:sp>
        <p:nvSpPr>
          <p:cNvPr id="7" name="텍스트 개체 틀 1"/>
          <p:cNvSpPr txBox="1">
            <a:spLocks/>
          </p:cNvSpPr>
          <p:nvPr/>
        </p:nvSpPr>
        <p:spPr>
          <a:xfrm>
            <a:off x="8928100" y="1676400"/>
            <a:ext cx="7708900" cy="75819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라운드 </a:t>
            </a:r>
            <a:r>
              <a:rPr lang="ko-KR" altLang="en-US" b="1" dirty="0" smtClean="0"/>
              <a:t>종료</a:t>
            </a:r>
            <a:endParaRPr lang="en-US" altLang="ko-KR" b="1" dirty="0" smtClean="0"/>
          </a:p>
          <a:p>
            <a:pPr lvl="1"/>
            <a:r>
              <a:rPr lang="ko-KR" altLang="en-US" dirty="0" smtClean="0"/>
              <a:t>정답 맞춤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→ </a:t>
            </a:r>
            <a:r>
              <a:rPr lang="ko-KR" altLang="en-US" dirty="0"/>
              <a:t>즉시 종료 </a:t>
            </a:r>
            <a:r>
              <a:rPr lang="en-US" altLang="ko-KR" dirty="0"/>
              <a:t>/ </a:t>
            </a:r>
            <a:r>
              <a:rPr lang="ko-KR" altLang="en-US"/>
              <a:t>정답자가 </a:t>
            </a:r>
            <a:r>
              <a:rPr lang="ko-KR" altLang="en-US"/>
              <a:t>다음 </a:t>
            </a:r>
            <a:r>
              <a:rPr lang="ko-KR" altLang="en-US" smtClean="0"/>
              <a:t>출제자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시간 </a:t>
            </a:r>
            <a:r>
              <a:rPr lang="ko-KR" altLang="en-US" dirty="0"/>
              <a:t>초과 </a:t>
            </a:r>
            <a:r>
              <a:rPr lang="en-US" altLang="ko-KR" dirty="0"/>
              <a:t>(0</a:t>
            </a:r>
            <a:r>
              <a:rPr lang="ko-KR" altLang="en-US"/>
              <a:t>초</a:t>
            </a:r>
            <a:r>
              <a:rPr lang="en-US" altLang="ko-KR" dirty="0" smtClean="0"/>
              <a:t>)</a:t>
            </a:r>
          </a:p>
          <a:p>
            <a:pPr lvl="2"/>
            <a:r>
              <a:rPr lang="en-US" altLang="ko-KR" dirty="0" smtClean="0"/>
              <a:t>→ </a:t>
            </a:r>
            <a:r>
              <a:rPr lang="ko-KR" altLang="en-US"/>
              <a:t>정답 공개 </a:t>
            </a:r>
            <a:r>
              <a:rPr lang="en-US" altLang="ko-KR" dirty="0"/>
              <a:t>/ </a:t>
            </a:r>
            <a:r>
              <a:rPr lang="ko-KR" altLang="en-US"/>
              <a:t>출제자 유지 </a:t>
            </a:r>
            <a:r>
              <a:rPr lang="en-US" altLang="ko-KR" dirty="0"/>
              <a:t>/ -1</a:t>
            </a:r>
            <a:r>
              <a:rPr lang="ko-KR" altLang="en-US"/>
              <a:t>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52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점수 </a:t>
            </a:r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&amp; </a:t>
            </a:r>
            <a:r>
              <a:rPr lang="ko-KR" altLang="en-US" sz="5400" b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규칙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74420" y="-75692"/>
            <a:ext cx="7531309" cy="1552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실제 개발 결과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 dirty="0"/>
              <a:t>점수 시스템</a:t>
            </a:r>
          </a:p>
          <a:p>
            <a:pPr lvl="1"/>
            <a:r>
              <a:rPr lang="en-US" altLang="ko-KR" dirty="0" smtClean="0"/>
              <a:t>60 </a:t>
            </a:r>
            <a:r>
              <a:rPr lang="en-US" altLang="ko-KR" dirty="0"/>
              <a:t>~ 30</a:t>
            </a:r>
            <a:r>
              <a:rPr lang="ko-KR" altLang="en-US"/>
              <a:t>초</a:t>
            </a:r>
          </a:p>
          <a:p>
            <a:pPr lvl="2"/>
            <a:r>
              <a:rPr lang="ko-KR" altLang="en-US" dirty="0"/>
              <a:t>출제자 </a:t>
            </a:r>
            <a:r>
              <a:rPr lang="en-US" altLang="ko-KR" dirty="0"/>
              <a:t>+2</a:t>
            </a:r>
            <a:r>
              <a:rPr lang="ko-KR" altLang="en-US"/>
              <a:t>점 </a:t>
            </a:r>
          </a:p>
          <a:p>
            <a:pPr lvl="2"/>
            <a:r>
              <a:rPr lang="ko-KR" altLang="en-US" dirty="0"/>
              <a:t>정답자 </a:t>
            </a:r>
            <a:r>
              <a:rPr lang="en-US" altLang="ko-KR" dirty="0"/>
              <a:t>+3</a:t>
            </a:r>
            <a:r>
              <a:rPr lang="ko-KR" altLang="en-US"/>
              <a:t>점 </a:t>
            </a:r>
          </a:p>
          <a:p>
            <a:pPr lvl="1"/>
            <a:r>
              <a:rPr lang="en-US" altLang="ko-KR" dirty="0" smtClean="0"/>
              <a:t>30 </a:t>
            </a:r>
            <a:r>
              <a:rPr lang="en-US" altLang="ko-KR" dirty="0"/>
              <a:t>~ 0</a:t>
            </a:r>
            <a:r>
              <a:rPr lang="ko-KR" altLang="en-US"/>
              <a:t>초 </a:t>
            </a:r>
            <a:r>
              <a:rPr lang="en-US" altLang="ko-KR" dirty="0"/>
              <a:t>(</a:t>
            </a:r>
            <a:r>
              <a:rPr lang="ko-KR" altLang="en-US"/>
              <a:t>힌트 이후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출제자 </a:t>
            </a:r>
            <a:r>
              <a:rPr lang="en-US" altLang="ko-KR" dirty="0"/>
              <a:t>+1</a:t>
            </a:r>
            <a:r>
              <a:rPr lang="ko-KR" altLang="en-US"/>
              <a:t>점 </a:t>
            </a:r>
          </a:p>
          <a:p>
            <a:pPr lvl="2"/>
            <a:r>
              <a:rPr lang="ko-KR" altLang="en-US" dirty="0"/>
              <a:t>정답자 </a:t>
            </a:r>
            <a:r>
              <a:rPr lang="en-US" altLang="ko-KR" dirty="0"/>
              <a:t>+2</a:t>
            </a:r>
            <a:r>
              <a:rPr lang="ko-KR" altLang="en-US"/>
              <a:t>점 </a:t>
            </a:r>
          </a:p>
          <a:p>
            <a:pPr lvl="1"/>
            <a:r>
              <a:rPr lang="en-US" altLang="ko-KR" dirty="0" smtClean="0"/>
              <a:t>0</a:t>
            </a:r>
            <a:r>
              <a:rPr lang="ko-KR" altLang="en-US"/>
              <a:t>초 </a:t>
            </a:r>
            <a:r>
              <a:rPr lang="en-US" altLang="ko-KR" dirty="0"/>
              <a:t>(</a:t>
            </a:r>
            <a:r>
              <a:rPr lang="ko-KR" altLang="en-US"/>
              <a:t>실패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출제자 </a:t>
            </a:r>
            <a:r>
              <a:rPr lang="en-US" altLang="ko-KR" dirty="0"/>
              <a:t>-1</a:t>
            </a:r>
            <a:r>
              <a:rPr lang="ko-KR" altLang="en-US" smtClean="0"/>
              <a:t>점</a:t>
            </a:r>
            <a:endParaRPr lang="en-US" altLang="ko-KR" dirty="0" smtClean="0"/>
          </a:p>
          <a:p>
            <a:pPr lvl="2"/>
            <a:endParaRPr lang="en-US" altLang="ko-KR" b="1" dirty="0"/>
          </a:p>
          <a:p>
            <a:r>
              <a:rPr lang="ko-KR" altLang="en-US" b="1" dirty="0"/>
              <a:t>힌트 규칙</a:t>
            </a:r>
          </a:p>
          <a:p>
            <a:pPr lvl="1"/>
            <a:r>
              <a:rPr lang="en-US" altLang="ko-KR" dirty="0"/>
              <a:t>30</a:t>
            </a:r>
            <a:r>
              <a:rPr lang="ko-KR" altLang="en-US"/>
              <a:t>초 경과 시</a:t>
            </a:r>
            <a:br>
              <a:rPr lang="ko-KR" altLang="en-US"/>
            </a:br>
            <a:r>
              <a:rPr lang="ko-KR" altLang="en-US"/>
              <a:t>→ 참가자에게 카테고리</a:t>
            </a:r>
            <a:r>
              <a:rPr lang="en-US" altLang="ko-KR" dirty="0"/>
              <a:t>(</a:t>
            </a:r>
            <a:r>
              <a:rPr lang="ko-KR" altLang="en-US"/>
              <a:t>분야</a:t>
            </a:r>
            <a:r>
              <a:rPr lang="en-US" altLang="ko-KR" dirty="0"/>
              <a:t>) </a:t>
            </a:r>
            <a:r>
              <a:rPr lang="ko-KR" altLang="en-US"/>
              <a:t>공개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08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774420" y="-75692"/>
            <a:ext cx="7531309" cy="15520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실제 개발 결과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5" b="-1"/>
          <a:stretch/>
        </p:blipFill>
        <p:spPr>
          <a:xfrm>
            <a:off x="-416719" y="3183820"/>
            <a:ext cx="7154069" cy="5350580"/>
          </a:xfrm>
          <a:prstGeom prst="rect">
            <a:avLst/>
          </a:prstGeom>
        </p:spPr>
      </p:pic>
      <p:sp>
        <p:nvSpPr>
          <p:cNvPr id="6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676400"/>
            <a:ext cx="16560800" cy="7581900"/>
          </a:xfrm>
        </p:spPr>
        <p:txBody>
          <a:bodyPr/>
          <a:lstStyle/>
          <a:p>
            <a:r>
              <a:rPr lang="ko-KR" altLang="en-US" dirty="0"/>
              <a:t>게임 방식</a:t>
            </a:r>
          </a:p>
          <a:p>
            <a:pPr lvl="1"/>
            <a:r>
              <a:rPr lang="ko-KR" altLang="en-US" dirty="0"/>
              <a:t>출제자는 분야</a:t>
            </a:r>
            <a:r>
              <a:rPr lang="en-US" altLang="ko-KR" dirty="0"/>
              <a:t>&gt;</a:t>
            </a:r>
            <a:r>
              <a:rPr lang="ko-KR" altLang="en-US"/>
              <a:t>주제어 순서로 선택</a:t>
            </a:r>
            <a:endParaRPr lang="en-US" altLang="ko-KR" dirty="0"/>
          </a:p>
          <a:p>
            <a:pPr lvl="2"/>
            <a:r>
              <a:rPr lang="ko-KR" altLang="en-US" dirty="0"/>
              <a:t>각 계층 별 </a:t>
            </a:r>
            <a:r>
              <a:rPr lang="en-US" altLang="ko-KR" dirty="0"/>
              <a:t>4</a:t>
            </a:r>
            <a:r>
              <a:rPr lang="ko-KR" altLang="en-US"/>
              <a:t>개씩 랜덤</a:t>
            </a:r>
          </a:p>
          <a:p>
            <a:pPr lvl="1"/>
            <a:r>
              <a:rPr lang="ko-KR" altLang="en-US" dirty="0"/>
              <a:t>출제자가 그림 그리기 시작</a:t>
            </a:r>
            <a:endParaRPr lang="en-US" altLang="ko-KR" dirty="0"/>
          </a:p>
          <a:p>
            <a:pPr lvl="1"/>
            <a:r>
              <a:rPr lang="ko-KR" altLang="en-US" dirty="0"/>
              <a:t>참가자는 정답을 자신의 화면에 글씨로 작성하여 제출</a:t>
            </a:r>
          </a:p>
          <a:p>
            <a:pPr lvl="1"/>
            <a:r>
              <a:rPr lang="ko-KR" altLang="en-US" dirty="0"/>
              <a:t>출제자는 확인 후 정답</a:t>
            </a:r>
            <a:r>
              <a:rPr lang="en-US" altLang="ko-KR" dirty="0"/>
              <a:t>/</a:t>
            </a:r>
            <a:r>
              <a:rPr lang="ko-KR" altLang="en-US"/>
              <a:t>오답 판단</a:t>
            </a:r>
          </a:p>
          <a:p>
            <a:pPr lvl="1"/>
            <a:r>
              <a:rPr lang="ko-KR" altLang="en-US" dirty="0"/>
              <a:t>정답 시 맞춘 사람이 출제자가 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/>
              <a:t>다시 주제어 선택 화면으로 전환</a:t>
            </a:r>
          </a:p>
          <a:p>
            <a:pPr lvl="1"/>
            <a:r>
              <a:rPr lang="ko-KR" altLang="en-US" dirty="0"/>
              <a:t>다음 라운드 시작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점수 획득 방법</a:t>
            </a:r>
            <a:endParaRPr lang="en-US" altLang="ko-KR" dirty="0"/>
          </a:p>
          <a:p>
            <a:pPr lvl="1"/>
            <a:r>
              <a:rPr lang="ko-KR" altLang="en-US" dirty="0"/>
              <a:t>문제를 맞춘 참가자는 </a:t>
            </a:r>
            <a:r>
              <a:rPr lang="en-US" altLang="ko-KR" dirty="0"/>
              <a:t>OO</a:t>
            </a:r>
            <a:r>
              <a:rPr lang="ko-KR" altLang="en-US"/>
              <a:t>점의 점수 획득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/>
              <a:t>분의 그림 그리기 제한 시간동안 맞춘 사람이 있는 경우에는 출제자 </a:t>
            </a:r>
            <a:r>
              <a:rPr lang="en-US" altLang="ko-KR" dirty="0"/>
              <a:t>OO</a:t>
            </a:r>
            <a:r>
              <a:rPr lang="ko-KR" altLang="en-US"/>
              <a:t>점 획득</a:t>
            </a:r>
            <a:endParaRPr lang="en-US" altLang="ko-KR" dirty="0"/>
          </a:p>
          <a:p>
            <a:pPr lvl="1"/>
            <a:r>
              <a:rPr lang="ko-KR" altLang="en-US" dirty="0"/>
              <a:t>맞춘 사람이 없는 경우에는 출제자 </a:t>
            </a:r>
            <a:r>
              <a:rPr lang="en-US" altLang="ko-KR" dirty="0"/>
              <a:t>OO</a:t>
            </a:r>
            <a:r>
              <a:rPr lang="ko-KR" altLang="en-US"/>
              <a:t>점 감점</a:t>
            </a:r>
            <a:endParaRPr lang="en-US" altLang="ko-KR" dirty="0"/>
          </a:p>
          <a:p>
            <a:pPr lvl="1"/>
            <a:r>
              <a:rPr lang="en-US" altLang="ko-KR" dirty="0"/>
              <a:t>5</a:t>
            </a:r>
            <a:r>
              <a:rPr lang="ko-KR" altLang="en-US"/>
              <a:t>라운드 이후 각 인원 점수를 합산하여 </a:t>
            </a:r>
            <a:r>
              <a:rPr lang="en-US" altLang="ko-KR" dirty="0"/>
              <a:t>1~3</a:t>
            </a:r>
            <a:r>
              <a:rPr lang="ko-KR" altLang="en-US"/>
              <a:t>등 표시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05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다중 클라이언트 실시간 </a:t>
            </a:r>
            <a:r>
              <a:rPr lang="en-US" altLang="ko-KR" dirty="0" smtClean="0"/>
              <a:t>UDP </a:t>
            </a:r>
            <a:r>
              <a:rPr lang="ko-KR" altLang="en-US" smtClean="0"/>
              <a:t>통신</a:t>
            </a:r>
            <a:endParaRPr lang="en-US" altLang="ko-KR" dirty="0" smtClean="0"/>
          </a:p>
          <a:p>
            <a:r>
              <a:rPr lang="ko-KR" altLang="en-US" dirty="0" smtClean="0"/>
              <a:t>출제자와 참가자 화면 </a:t>
            </a:r>
            <a:r>
              <a:rPr lang="ko-KR" altLang="en-US" dirty="0" smtClean="0"/>
              <a:t>동기화</a:t>
            </a:r>
            <a:endParaRPr lang="en-US" altLang="ko-KR" dirty="0" smtClean="0"/>
          </a:p>
          <a:p>
            <a:r>
              <a:rPr lang="ko-KR" altLang="en-US" dirty="0" err="1"/>
              <a:t>듀얼</a:t>
            </a:r>
            <a:r>
              <a:rPr lang="en-US" altLang="ko-KR" dirty="0"/>
              <a:t> </a:t>
            </a:r>
            <a:r>
              <a:rPr lang="ko-KR" altLang="en-US" smtClean="0"/>
              <a:t>버퍼로 화면 전환</a:t>
            </a:r>
            <a:endParaRPr lang="en-US" altLang="ko-KR" dirty="0" smtClean="0"/>
          </a:p>
          <a:p>
            <a:r>
              <a:rPr lang="ko-KR" altLang="en-US" dirty="0" smtClean="0"/>
              <a:t>최신 </a:t>
            </a:r>
            <a:r>
              <a:rPr lang="ko-KR" altLang="en-US" dirty="0" err="1" smtClean="0"/>
              <a:t>커널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포팅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23101" y="108458"/>
            <a:ext cx="9398000" cy="11837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313829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72721" y="-68440"/>
            <a:ext cx="8310380" cy="15375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</a:t>
            </a:r>
            <a:r>
              <a:rPr lang="en-US" altLang="ko-KR" sz="2400" b="1" dirty="0">
                <a:solidFill>
                  <a:schemeClr val="tx1"/>
                </a:solidFill>
              </a:rPr>
              <a:t>1 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정리</a:t>
            </a:r>
          </a:p>
        </p:txBody>
      </p:sp>
    </p:spTree>
    <p:extLst>
      <p:ext uri="{BB962C8B-B14F-4D97-AF65-F5344CB8AC3E}">
        <p14:creationId xmlns:p14="http://schemas.microsoft.com/office/powerpoint/2010/main" val="4422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340195" y="246759"/>
            <a:ext cx="8437380" cy="9152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2400" b="1" dirty="0">
                <a:solidFill>
                  <a:schemeClr val="tx1"/>
                </a:solidFill>
              </a:rPr>
              <a:t>, </a:t>
            </a:r>
            <a:r>
              <a:rPr lang="ko-KR" altLang="en-US" sz="24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가급적 </a:t>
            </a:r>
            <a:r>
              <a:rPr lang="en-US" altLang="ko-KR" sz="2400" b="1" dirty="0">
                <a:solidFill>
                  <a:schemeClr val="tx1"/>
                </a:solidFill>
              </a:rPr>
              <a:t>1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요약</a:t>
            </a:r>
          </a:p>
        </p:txBody>
      </p:sp>
    </p:spTree>
    <p:extLst>
      <p:ext uri="{BB962C8B-B14F-4D97-AF65-F5344CB8AC3E}">
        <p14:creationId xmlns:p14="http://schemas.microsoft.com/office/powerpoint/2010/main" val="299884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402821" y="49816"/>
            <a:ext cx="8323080" cy="13010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2400" b="1" dirty="0" err="1">
                <a:solidFill>
                  <a:schemeClr val="tx1"/>
                </a:solidFill>
              </a:rPr>
              <a:t>느낀점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24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2400" b="1" dirty="0">
                <a:solidFill>
                  <a:schemeClr val="tx1"/>
                </a:solidFill>
              </a:rPr>
              <a:t>… 1</a:t>
            </a:r>
            <a:r>
              <a:rPr lang="ko-KR" altLang="en-US" sz="24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6936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ko-KR" sz="19900" dirty="0" smtClean="0"/>
              <a:t>APPENDIX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1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3700" y="177800"/>
            <a:ext cx="16560800" cy="9525000"/>
          </a:xfrm>
          <a:solidFill>
            <a:schemeClr val="bg1"/>
          </a:solidFill>
        </p:spPr>
        <p:txBody>
          <a:bodyPr/>
          <a:lstStyle/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MAC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MAC </a:t>
            </a:r>
            <a:r>
              <a:rPr lang="ko-KR" altLang="en-US" sz="1400"/>
              <a:t>주소란 이더넷 장치의 하드웨어 주소임 </a:t>
            </a:r>
            <a:r>
              <a:rPr lang="en-US" altLang="ko-KR" sz="1400" dirty="0"/>
              <a:t>-&gt; </a:t>
            </a:r>
            <a:r>
              <a:rPr lang="ko-KR" altLang="en-US" sz="1400"/>
              <a:t>동일한 네트워크에서는 </a:t>
            </a:r>
            <a:r>
              <a:rPr lang="en-US" altLang="ko-KR" sz="1400" dirty="0"/>
              <a:t>IP </a:t>
            </a:r>
            <a:r>
              <a:rPr lang="ko-KR" altLang="en-US" sz="1400"/>
              <a:t>주소가 아니라 </a:t>
            </a:r>
            <a:r>
              <a:rPr lang="en-US" altLang="ko-KR" sz="1400" dirty="0"/>
              <a:t>MAC </a:t>
            </a:r>
            <a:r>
              <a:rPr lang="ko-KR" altLang="en-US" sz="1400"/>
              <a:t>주소를 이용하여 통신이 이루어짐</a:t>
            </a:r>
          </a:p>
          <a:p>
            <a:r>
              <a:rPr lang="en-US" altLang="ko-KR" sz="1400" dirty="0"/>
              <a:t>2. WT2837</a:t>
            </a:r>
            <a:r>
              <a:rPr lang="ko-KR" altLang="en-US" sz="1400"/>
              <a:t>은 </a:t>
            </a:r>
            <a:r>
              <a:rPr lang="en-US" altLang="ko-KR" sz="1400" dirty="0"/>
              <a:t>U-Boot</a:t>
            </a:r>
            <a:r>
              <a:rPr lang="ko-KR" altLang="en-US" sz="1400"/>
              <a:t>의 환경변수 </a:t>
            </a:r>
            <a:r>
              <a:rPr lang="en-US" altLang="ko-KR" sz="1400" dirty="0" err="1"/>
              <a:t>ethaddr</a:t>
            </a:r>
            <a:r>
              <a:rPr lang="ko-KR" altLang="en-US" sz="1400"/>
              <a:t>에 저장된 </a:t>
            </a:r>
            <a:r>
              <a:rPr lang="en-US" altLang="ko-KR" sz="1400" dirty="0"/>
              <a:t>MAC </a:t>
            </a:r>
            <a:r>
              <a:rPr lang="ko-KR" altLang="en-US" sz="1400"/>
              <a:t>주소를 커널이 받아서 사용함</a:t>
            </a:r>
          </a:p>
          <a:p>
            <a:r>
              <a:rPr lang="en-US" altLang="ko-KR" sz="1400" dirty="0"/>
              <a:t>3. </a:t>
            </a:r>
            <a:r>
              <a:rPr lang="ko-KR" altLang="en-US" sz="1400"/>
              <a:t>따라서 현재 커널이 부팅완료된 후 </a:t>
            </a:r>
            <a:r>
              <a:rPr lang="en-US" altLang="ko-KR" sz="1400" dirty="0"/>
              <a:t>MAC </a:t>
            </a:r>
            <a:r>
              <a:rPr lang="ko-KR" altLang="en-US" sz="1400"/>
              <a:t>주소를 보면 다음과 같이 모두 </a:t>
            </a:r>
            <a:r>
              <a:rPr lang="en-US" altLang="ko-KR" sz="1400" dirty="0"/>
              <a:t>B8:27:EB:9D:E5:C8 </a:t>
            </a:r>
            <a:r>
              <a:rPr lang="ko-KR" altLang="en-US" sz="1400"/>
              <a:t>로 되어 있음</a:t>
            </a:r>
          </a:p>
          <a:p>
            <a:endParaRPr lang="ko-KR" altLang="en-US" sz="1400" dirty="0"/>
          </a:p>
          <a:p>
            <a:r>
              <a:rPr lang="en-US" altLang="ko-KR" sz="1400" dirty="0"/>
              <a:t>root@WT2837:~#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                                                        </a:t>
            </a:r>
          </a:p>
          <a:p>
            <a:r>
              <a:rPr lang="en-US" altLang="ko-KR" sz="1400" dirty="0"/>
              <a:t>eth0      Link </a:t>
            </a:r>
            <a:r>
              <a:rPr lang="en-US" altLang="ko-KR" sz="1400" dirty="0" err="1"/>
              <a:t>encap:Ethernet</a:t>
            </a:r>
            <a:r>
              <a:rPr lang="en-US" altLang="ko-KR" sz="1400" dirty="0"/>
              <a:t>  </a:t>
            </a:r>
            <a:r>
              <a:rPr lang="en-US" altLang="ko-KR" sz="1400" dirty="0" err="1"/>
              <a:t>HWaddr</a:t>
            </a:r>
            <a:r>
              <a:rPr lang="en-US" altLang="ko-KR" sz="1400" dirty="0"/>
              <a:t> B8:27:EB:9D:E5:C8                         </a:t>
            </a:r>
          </a:p>
          <a:p>
            <a:r>
              <a:rPr lang="en-US" altLang="ko-KR" sz="1400" dirty="0"/>
              <a:t>          </a:t>
            </a:r>
            <a:r>
              <a:rPr lang="en-US" altLang="ko-KR" sz="1400" dirty="0" err="1"/>
              <a:t>inet</a:t>
            </a:r>
            <a:r>
              <a:rPr lang="en-US" altLang="ko-KR" sz="1400" dirty="0"/>
              <a:t> addr:192.168.10.3  Bcast:0.0.0.0  Mask:255.255.255.0             </a:t>
            </a:r>
          </a:p>
          <a:p>
            <a:r>
              <a:rPr lang="en-US" altLang="ko-KR" sz="1400" dirty="0"/>
              <a:t>          UP BROADCAST RUNNING MULTICAST  MTU:1500  Metric:1                    </a:t>
            </a:r>
          </a:p>
          <a:p>
            <a:r>
              <a:rPr lang="en-US" altLang="ko-KR" sz="1400" dirty="0"/>
              <a:t>          RX packets:37 errors:0 dropped:0 overruns:0 frame:0                   </a:t>
            </a:r>
          </a:p>
          <a:p>
            <a:r>
              <a:rPr lang="en-US" altLang="ko-KR" sz="1400" dirty="0"/>
              <a:t>          TX packets:31 errors:0 dropped:0 overruns:0 carrier:0                 </a:t>
            </a:r>
          </a:p>
          <a:p>
            <a:r>
              <a:rPr lang="en-US" altLang="ko-KR" sz="1400" dirty="0"/>
              <a:t>          collisions:0 txqueuelen:1000                                          </a:t>
            </a:r>
          </a:p>
          <a:p>
            <a:r>
              <a:rPr lang="en-US" altLang="ko-KR" sz="1400" dirty="0"/>
              <a:t>          RX bytes:3710 (3.6 KiB)  TX bytes:3334 (3.2 KiB) </a:t>
            </a:r>
          </a:p>
          <a:p>
            <a:r>
              <a:rPr lang="en-US" altLang="ko-KR" sz="1400" dirty="0"/>
              <a:t>		  </a:t>
            </a:r>
          </a:p>
          <a:p>
            <a:r>
              <a:rPr lang="en-US" altLang="ko-KR" sz="1400" dirty="0"/>
              <a:t>4. </a:t>
            </a:r>
            <a:r>
              <a:rPr lang="ko-KR" altLang="en-US" sz="1400"/>
              <a:t>동일한 네트워크에 있는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주소가 동일하면 통신이 안됨 </a:t>
            </a:r>
            <a:r>
              <a:rPr lang="en-US" altLang="ko-KR" sz="1400" dirty="0"/>
              <a:t>-&gt; </a:t>
            </a:r>
            <a:r>
              <a:rPr lang="ko-KR" altLang="en-US" sz="1400"/>
              <a:t>따라서 보드들의 </a:t>
            </a:r>
            <a:r>
              <a:rPr lang="en-US" altLang="ko-KR" sz="1400" dirty="0"/>
              <a:t>MAC </a:t>
            </a:r>
            <a:r>
              <a:rPr lang="ko-KR" altLang="en-US" sz="1400"/>
              <a:t>주소를 다르게 설정해야 함</a:t>
            </a:r>
          </a:p>
          <a:p>
            <a:endParaRPr lang="ko-KR" altLang="en-US" sz="1400" dirty="0"/>
          </a:p>
          <a:p>
            <a:r>
              <a:rPr lang="en-US" altLang="ko-KR" sz="1400" dirty="0"/>
              <a:t>5. WT2837 </a:t>
            </a:r>
            <a:r>
              <a:rPr lang="ko-KR" altLang="en-US" sz="1400"/>
              <a:t>보드의 </a:t>
            </a:r>
            <a:r>
              <a:rPr lang="en-US" altLang="ko-KR" sz="1400" dirty="0"/>
              <a:t>MAC </a:t>
            </a:r>
            <a:r>
              <a:rPr lang="ko-KR" altLang="en-US" sz="1400"/>
              <a:t>주소 변경 방법 </a:t>
            </a:r>
            <a:r>
              <a:rPr lang="en-US" altLang="ko-KR" sz="1400" dirty="0"/>
              <a:t>(U-Boot</a:t>
            </a:r>
            <a:r>
              <a:rPr lang="ko-KR" altLang="en-US" sz="1400"/>
              <a:t>에서 진행해야 함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 err="1"/>
              <a:t>setenv</a:t>
            </a:r>
            <a:r>
              <a:rPr lang="en-US" altLang="ko-KR" sz="1400" dirty="0"/>
              <a:t> -f </a:t>
            </a:r>
            <a:r>
              <a:rPr lang="en-US" altLang="ko-KR" sz="1400" dirty="0" err="1"/>
              <a:t>ethaddr</a:t>
            </a:r>
            <a:r>
              <a:rPr lang="en-US" altLang="ko-KR" sz="1400" dirty="0"/>
              <a:t> B8:27:EB:9D:E5:C9</a:t>
            </a:r>
          </a:p>
          <a:p>
            <a:r>
              <a:rPr lang="en-US" altLang="ko-KR" sz="1400" dirty="0" err="1"/>
              <a:t>saveenv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6. </a:t>
            </a:r>
            <a:r>
              <a:rPr lang="ko-KR" altLang="en-US" sz="1400"/>
              <a:t>예를 들어 보드가 </a:t>
            </a:r>
            <a:r>
              <a:rPr lang="en-US" altLang="ko-KR" sz="1400" dirty="0"/>
              <a:t>4</a:t>
            </a:r>
            <a:r>
              <a:rPr lang="ko-KR" altLang="en-US" sz="1400"/>
              <a:t>대인 경우 아래와 같이 </a:t>
            </a:r>
            <a:r>
              <a:rPr lang="en-US" altLang="ko-KR" sz="1400" dirty="0"/>
              <a:t>MAC </a:t>
            </a:r>
            <a:r>
              <a:rPr lang="ko-KR" altLang="en-US" sz="1400"/>
              <a:t>주소를 설정하면 됨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1: B8:27:EB:9D:E5:C8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2: B8:27:EB:9D:E5:C9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3: B8:27:EB:9D:E5:CA</a:t>
            </a:r>
          </a:p>
          <a:p>
            <a:r>
              <a:rPr lang="ko-KR" altLang="en-US" sz="1400" dirty="0"/>
              <a:t>보드</a:t>
            </a:r>
            <a:r>
              <a:rPr lang="en-US" altLang="ko-KR" sz="1400" dirty="0"/>
              <a:t>4: B8:27:EB:9D:E5:CB</a:t>
            </a:r>
          </a:p>
          <a:p>
            <a:endParaRPr lang="en-US" altLang="ko-KR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IP </a:t>
            </a:r>
            <a:r>
              <a:rPr lang="ko-KR" altLang="en-US" sz="1400"/>
              <a:t>주소 변경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~/work/</a:t>
            </a:r>
            <a:r>
              <a:rPr lang="en-US" altLang="ko-KR" sz="1400" dirty="0" err="1"/>
              <a:t>myrootfs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rootfs</a:t>
            </a:r>
            <a:r>
              <a:rPr lang="en-US" altLang="ko-KR" sz="1400" dirty="0"/>
              <a:t>/</a:t>
            </a:r>
            <a:r>
              <a:rPr lang="en-US" altLang="ko-KR" sz="1400" dirty="0" err="1"/>
              <a:t>etc</a:t>
            </a:r>
            <a:r>
              <a:rPr lang="en-US" altLang="ko-KR" sz="1400" dirty="0"/>
              <a:t>/network/interfaces</a:t>
            </a:r>
            <a:r>
              <a:rPr lang="ko-KR" altLang="en-US" sz="1400"/>
              <a:t>에서 </a:t>
            </a:r>
            <a:r>
              <a:rPr lang="en-US" altLang="ko-KR" sz="1400" dirty="0"/>
              <a:t>192.168.10.3</a:t>
            </a:r>
            <a:r>
              <a:rPr lang="ko-KR" altLang="en-US" sz="1400"/>
              <a:t>을 희망하는 </a:t>
            </a:r>
            <a:r>
              <a:rPr lang="en-US" altLang="ko-KR" sz="1400" dirty="0"/>
              <a:t>IP </a:t>
            </a:r>
            <a:r>
              <a:rPr lang="ko-KR" altLang="en-US" sz="1400"/>
              <a:t>주소로 변경 후 </a:t>
            </a:r>
            <a:r>
              <a:rPr lang="en-US" altLang="ko-KR" sz="1400" dirty="0"/>
              <a:t>ext2img.gz</a:t>
            </a:r>
            <a:r>
              <a:rPr lang="ko-KR" altLang="en-US" sz="1400"/>
              <a:t>을 새로 생성하고 </a:t>
            </a:r>
            <a:r>
              <a:rPr lang="en-US" altLang="ko-KR" sz="1400" dirty="0"/>
              <a:t>SD </a:t>
            </a:r>
            <a:r>
              <a:rPr lang="ko-KR" altLang="en-US" sz="1400"/>
              <a:t>카드에 구움</a:t>
            </a:r>
          </a:p>
          <a:p>
            <a:r>
              <a:rPr lang="en-US" altLang="ko-KR" sz="1400" dirty="0"/>
              <a:t>2. </a:t>
            </a:r>
            <a:r>
              <a:rPr lang="ko-KR" altLang="en-US" sz="1400"/>
              <a:t>보드 부팅 후 </a:t>
            </a:r>
            <a:r>
              <a:rPr lang="en-US" altLang="ko-KR" sz="1400" dirty="0" err="1"/>
              <a:t>ifconfig</a:t>
            </a:r>
            <a:r>
              <a:rPr lang="en-US" altLang="ko-KR" sz="1400" dirty="0"/>
              <a:t> </a:t>
            </a:r>
            <a:r>
              <a:rPr lang="ko-KR" altLang="en-US" sz="1400"/>
              <a:t>명령으로 변경된 </a:t>
            </a:r>
            <a:r>
              <a:rPr lang="en-US" altLang="ko-KR" sz="1400" dirty="0"/>
              <a:t>IP </a:t>
            </a:r>
            <a:r>
              <a:rPr lang="ko-KR" altLang="en-US" sz="1400"/>
              <a:t>주소 확인</a:t>
            </a:r>
          </a:p>
          <a:p>
            <a:endParaRPr lang="ko-KR" altLang="en-US" sz="1400" dirty="0"/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telnet </a:t>
            </a:r>
            <a:r>
              <a:rPr lang="ko-KR" altLang="en-US" sz="1400"/>
              <a:t>접속 방법</a:t>
            </a:r>
          </a:p>
          <a:p>
            <a:r>
              <a:rPr lang="en-US" altLang="ko-KR" sz="1400" dirty="0"/>
              <a:t>===================================</a:t>
            </a:r>
          </a:p>
          <a:p>
            <a:r>
              <a:rPr lang="en-US" altLang="ko-KR" sz="1400" dirty="0"/>
              <a:t>1. </a:t>
            </a:r>
            <a:r>
              <a:rPr lang="ko-KR" altLang="en-US" sz="1400"/>
              <a:t>보드 부팅 후 </a:t>
            </a:r>
            <a:r>
              <a:rPr lang="en-US" altLang="ko-KR" sz="1400" dirty="0"/>
              <a:t>Ubuntu</a:t>
            </a:r>
            <a:r>
              <a:rPr lang="ko-KR" altLang="en-US" sz="1400"/>
              <a:t>에서 아래와 같이 명령</a:t>
            </a:r>
          </a:p>
          <a:p>
            <a:r>
              <a:rPr lang="en-US" altLang="ko-KR" sz="1400" dirty="0"/>
              <a:t>telnet </a:t>
            </a:r>
            <a:r>
              <a:rPr lang="en-US" altLang="ko-KR" sz="1400" dirty="0" smtClean="0"/>
              <a:t>192.168.10.3</a:t>
            </a:r>
          </a:p>
          <a:p>
            <a:r>
              <a:rPr lang="ko-KR" altLang="en-US" sz="1400" dirty="0"/>
              <a:t>root@WT2837:~# telnetd -F -l /bin/sh -p </a:t>
            </a:r>
            <a:r>
              <a:rPr lang="ko-KR" altLang="en-US" sz="1400" dirty="0" smtClean="0"/>
              <a:t>23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4855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2400" b="1" smtClean="0">
                <a:solidFill>
                  <a:schemeClr val="tx1"/>
                </a:solidFill>
              </a:rPr>
              <a:t>주제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2400" b="1" smtClean="0">
                <a:solidFill>
                  <a:schemeClr val="tx1"/>
                </a:solidFill>
              </a:rPr>
              <a:t>캐치 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마인드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필요 인원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명 </a:t>
            </a:r>
            <a:r>
              <a:rPr lang="en-US" altLang="ko-KR" sz="2400" b="1" dirty="0">
                <a:solidFill>
                  <a:schemeClr val="tx1"/>
                </a:solidFill>
              </a:rPr>
              <a:t>(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1</a:t>
            </a:r>
            <a:r>
              <a:rPr lang="ko-KR" altLang="en-US" sz="2400" b="1" smtClean="0">
                <a:solidFill>
                  <a:schemeClr val="tx1"/>
                </a:solidFill>
              </a:rPr>
              <a:t>명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2</a:t>
            </a:r>
            <a:r>
              <a:rPr lang="ko-KR" altLang="en-US" sz="2400" b="1" smtClean="0">
                <a:solidFill>
                  <a:schemeClr val="tx1"/>
                </a:solidFill>
              </a:rPr>
              <a:t>명 참가자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en-US" altLang="ko-KR" sz="2400" b="1" dirty="0" smtClean="0">
                <a:solidFill>
                  <a:schemeClr val="tx1"/>
                </a:solidFill>
              </a:rPr>
              <a:t>2. </a:t>
            </a:r>
            <a:r>
              <a:rPr lang="ko-KR" altLang="en-US" sz="2400" b="1" smtClean="0">
                <a:solidFill>
                  <a:schemeClr val="tx1"/>
                </a:solidFill>
              </a:rPr>
              <a:t>게임 방식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smtClean="0">
                <a:solidFill>
                  <a:schemeClr val="tx1"/>
                </a:solidFill>
              </a:rPr>
              <a:t>3</a:t>
            </a:r>
            <a:r>
              <a:rPr lang="ko-KR" altLang="en-US" sz="2000" smtClean="0">
                <a:solidFill>
                  <a:schemeClr val="tx1"/>
                </a:solidFill>
              </a:rPr>
              <a:t>인 연결 </a:t>
            </a:r>
            <a:r>
              <a:rPr lang="en-US" altLang="ko-KR" sz="2000" dirty="0" smtClean="0">
                <a:solidFill>
                  <a:schemeClr val="tx1"/>
                </a:solidFill>
              </a:rPr>
              <a:t>– UDP </a:t>
            </a:r>
            <a:r>
              <a:rPr lang="ko-KR" altLang="en-US" sz="2000" smtClean="0">
                <a:solidFill>
                  <a:schemeClr val="tx1"/>
                </a:solidFill>
              </a:rPr>
              <a:t>통신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참가자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선착순</a:t>
            </a:r>
            <a:r>
              <a:rPr lang="en-US" altLang="ko-KR" sz="2000" dirty="0" smtClean="0">
                <a:solidFill>
                  <a:schemeClr val="tx1"/>
                </a:solidFill>
              </a:rPr>
              <a:t>? </a:t>
            </a:r>
            <a:r>
              <a:rPr lang="ko-KR" altLang="en-US" sz="2000" smtClean="0">
                <a:solidFill>
                  <a:schemeClr val="tx1"/>
                </a:solidFill>
              </a:rPr>
              <a:t>랜덤</a:t>
            </a:r>
            <a:r>
              <a:rPr lang="en-US" altLang="ko-KR" sz="2000" dirty="0" smtClean="0">
                <a:solidFill>
                  <a:schemeClr val="tx1"/>
                </a:solidFill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</a:t>
            </a:r>
            <a:r>
              <a:rPr lang="ko-KR" altLang="en-US" sz="2000" dirty="0">
                <a:solidFill>
                  <a:schemeClr val="tx1"/>
                </a:solidFill>
              </a:rPr>
              <a:t>카테고리</a:t>
            </a:r>
            <a:r>
              <a:rPr lang="en-US" altLang="ko-KR" sz="2000" dirty="0">
                <a:solidFill>
                  <a:schemeClr val="tx1"/>
                </a:solidFill>
              </a:rPr>
              <a:t>&gt;</a:t>
            </a:r>
            <a:r>
              <a:rPr lang="ko-KR" altLang="en-US" sz="2000">
                <a:solidFill>
                  <a:schemeClr val="tx1"/>
                </a:solidFill>
              </a:rPr>
              <a:t>주제어 </a:t>
            </a:r>
            <a:r>
              <a:rPr lang="ko-KR" altLang="en-US" sz="2000" smtClean="0">
                <a:solidFill>
                  <a:schemeClr val="tx1"/>
                </a:solidFill>
              </a:rPr>
              <a:t>순서로 선택 </a:t>
            </a:r>
            <a:r>
              <a:rPr lang="en-US" altLang="ko-KR" sz="2000" dirty="0" smtClean="0">
                <a:solidFill>
                  <a:schemeClr val="tx1"/>
                </a:solidFill>
              </a:rPr>
              <a:t>– </a:t>
            </a:r>
            <a:r>
              <a:rPr lang="ko-KR" altLang="en-US" sz="2000" smtClean="0">
                <a:solidFill>
                  <a:schemeClr val="tx1"/>
                </a:solidFill>
              </a:rPr>
              <a:t>각 계층 별 </a:t>
            </a:r>
            <a:r>
              <a:rPr lang="en-US" altLang="ko-KR" sz="2000" dirty="0" smtClean="0">
                <a:solidFill>
                  <a:schemeClr val="tx1"/>
                </a:solidFill>
              </a:rPr>
              <a:t>4</a:t>
            </a:r>
            <a:r>
              <a:rPr lang="ko-KR" altLang="en-US" sz="2000" smtClean="0">
                <a:solidFill>
                  <a:schemeClr val="tx1"/>
                </a:solidFill>
              </a:rPr>
              <a:t>개씩 랜덤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출제자가 그림 그리기 시작 </a:t>
            </a:r>
            <a:r>
              <a:rPr lang="en-US" altLang="ko-KR" sz="2000" dirty="0" smtClean="0">
                <a:solidFill>
                  <a:schemeClr val="tx1"/>
                </a:solidFill>
              </a:rPr>
              <a:t>– BGM?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그리는 도중 참가자는 정답을 자신의 화면에 작성하여 제출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화면에 글씨를 쓰고 버튼을 눌러 제출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제출 시 소리</a:t>
            </a:r>
            <a:endParaRPr lang="ko-KR" altLang="en-US" sz="2000" dirty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제출 버튼 클릭 시 </a:t>
            </a:r>
            <a:r>
              <a:rPr lang="ko-KR" altLang="en-US" sz="2000" dirty="0" smtClean="0">
                <a:solidFill>
                  <a:schemeClr val="tx1"/>
                </a:solidFill>
              </a:rPr>
              <a:t>출제자 화면에 참가자 작성 답이 뜨도록 구성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참가자가 작성 중에는 다른 참가자는 작성되는 내용을 볼 수 없음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출제자는 확인 후 정답 판단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판단은 </a:t>
            </a:r>
            <a:r>
              <a:rPr lang="ko-KR" altLang="en-US" sz="2000" dirty="0" err="1" smtClean="0">
                <a:solidFill>
                  <a:schemeClr val="tx1"/>
                </a:solidFill>
              </a:rPr>
              <a:t>버튼식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정답</a:t>
            </a:r>
            <a:r>
              <a:rPr lang="en-US" altLang="ko-KR" sz="2000" dirty="0" smtClean="0">
                <a:solidFill>
                  <a:schemeClr val="tx1"/>
                </a:solidFill>
              </a:rPr>
              <a:t>/</a:t>
            </a:r>
            <a:r>
              <a:rPr lang="ko-KR" altLang="en-US" sz="2000" smtClean="0">
                <a:solidFill>
                  <a:schemeClr val="tx1"/>
                </a:solidFill>
              </a:rPr>
              <a:t>오답 각각 소리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정답 시 다음 라운드 시작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맞춘 사람이 출제자가 되고</a:t>
            </a:r>
            <a:r>
              <a:rPr lang="en-US" altLang="ko-KR" sz="2000" dirty="0" smtClean="0">
                <a:solidFill>
                  <a:schemeClr val="tx1"/>
                </a:solidFill>
              </a:rPr>
              <a:t>, </a:t>
            </a:r>
            <a:r>
              <a:rPr lang="ko-KR" altLang="en-US" sz="2000" smtClean="0">
                <a:solidFill>
                  <a:schemeClr val="tx1"/>
                </a:solidFill>
              </a:rPr>
              <a:t>다시 주제어 선택 화면으로 전환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</a:rPr>
              <a:t>이후 반복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2400" b="1" dirty="0" smtClean="0">
              <a:solidFill>
                <a:schemeClr val="tx1"/>
              </a:solidFill>
            </a:endParaRPr>
          </a:p>
          <a:p>
            <a:r>
              <a:rPr lang="ko-KR" altLang="en-US" sz="2400" b="1" dirty="0" err="1" smtClean="0">
                <a:solidFill>
                  <a:schemeClr val="tx1"/>
                </a:solidFill>
              </a:rPr>
              <a:t>걱정점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3</a:t>
            </a:r>
            <a:r>
              <a:rPr lang="ko-KR" altLang="en-US" sz="2400" b="1" smtClean="0">
                <a:solidFill>
                  <a:schemeClr val="tx1"/>
                </a:solidFill>
              </a:rPr>
              <a:t>인 통신 방식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허브 필요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이더넷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화면에서 출제자 화면 실시간 출력이 가능할까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smtClean="0">
                <a:solidFill>
                  <a:schemeClr val="tx1"/>
                </a:solidFill>
              </a:rPr>
              <a:t>QT </a:t>
            </a:r>
            <a:r>
              <a:rPr lang="ko-KR" altLang="en-US" sz="2400" b="1" smtClean="0">
                <a:solidFill>
                  <a:schemeClr val="tx1"/>
                </a:solidFill>
              </a:rPr>
              <a:t>그림판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좌표식으로 정보를 전파하는 식으로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점의 색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크기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시간마다 </a:t>
            </a:r>
            <a:r>
              <a:rPr lang="ko-KR" altLang="en-US" sz="2400" b="1" dirty="0" err="1" smtClean="0">
                <a:solidFill>
                  <a:schemeClr val="tx1"/>
                </a:solidFill>
              </a:rPr>
              <a:t>캡처를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전송하는 방식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3fps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제한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시간 표시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남은 시간이 적을 때 붉은 색으로 전환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 찬스 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sz="2400" b="1" dirty="0" smtClean="0">
                <a:solidFill>
                  <a:schemeClr val="tx1"/>
                </a:solidFill>
              </a:rPr>
              <a:t>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빨리 맞출때 출제자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맞춘 참가자 점수 추가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547566" y="2974770"/>
            <a:ext cx="4611188" cy="3517470"/>
            <a:chOff x="11547566" y="2974770"/>
            <a:chExt cx="4611188" cy="3517470"/>
          </a:xfrm>
        </p:grpSpPr>
        <p:grpSp>
          <p:nvGrpSpPr>
            <p:cNvPr id="16" name="그룹 15"/>
            <p:cNvGrpSpPr/>
            <p:nvPr/>
          </p:nvGrpSpPr>
          <p:grpSpPr>
            <a:xfrm>
              <a:off x="11547566" y="3566160"/>
              <a:ext cx="4611188" cy="2926080"/>
              <a:chOff x="11913326" y="5799909"/>
              <a:chExt cx="4611188" cy="292608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1913326" y="5799909"/>
                <a:ext cx="4611188" cy="291301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8" name="직선 연결선 7"/>
              <p:cNvCxnSpPr/>
              <p:nvPr/>
            </p:nvCxnSpPr>
            <p:spPr>
              <a:xfrm>
                <a:off x="14218920" y="7256418"/>
                <a:ext cx="0" cy="14695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/>
              <p:cNvCxnSpPr>
                <a:stCxn id="6" idx="3"/>
                <a:endCxn id="6" idx="1"/>
              </p:cNvCxnSpPr>
              <p:nvPr/>
            </p:nvCxnSpPr>
            <p:spPr>
              <a:xfrm flipH="1">
                <a:off x="11913326" y="7256418"/>
                <a:ext cx="461118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11691258" y="2974770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691258" y="3703023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출제자</a:t>
              </a:r>
              <a:r>
                <a:rPr lang="en-US" altLang="ko-KR" b="1" dirty="0"/>
                <a:t>(</a:t>
              </a:r>
              <a:r>
                <a:rPr lang="ko-KR" altLang="en-US" b="1" smtClean="0"/>
                <a:t>점수</a:t>
              </a:r>
              <a:r>
                <a:rPr lang="en-US" altLang="ko-KR" b="1" dirty="0" smtClean="0"/>
                <a:t>)</a:t>
              </a:r>
              <a:endParaRPr lang="ko-KR" altLang="en-US" b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575644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참가자 </a:t>
              </a:r>
              <a:r>
                <a:rPr lang="en-US" altLang="ko-KR" b="1" dirty="0" smtClean="0"/>
                <a:t>1</a:t>
              </a:r>
              <a:r>
                <a:rPr lang="en-US" altLang="ko-KR" b="1" dirty="0"/>
                <a:t> 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958875" y="5159532"/>
              <a:ext cx="1705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/>
                <a:t>참가자 </a:t>
              </a:r>
              <a:r>
                <a:rPr lang="en-US" altLang="ko-KR" b="1" dirty="0" smtClean="0"/>
                <a:t>2 </a:t>
              </a:r>
              <a:r>
                <a:rPr lang="en-US" altLang="ko-KR" b="1" dirty="0"/>
                <a:t>(</a:t>
              </a:r>
              <a:r>
                <a:rPr lang="ko-KR" altLang="en-US" b="1"/>
                <a:t>점수</a:t>
              </a:r>
              <a:r>
                <a:rPr lang="en-US" altLang="ko-KR" b="1" dirty="0"/>
                <a:t>)</a:t>
              </a:r>
              <a:endParaRPr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926235"/>
            <a:ext cx="16410803" cy="78447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3200" b="1" dirty="0" smtClean="0">
                <a:solidFill>
                  <a:schemeClr val="tx1"/>
                </a:solidFill>
              </a:rPr>
              <a:t>허브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3200" b="1" smtClean="0">
                <a:solidFill>
                  <a:schemeClr val="tx1"/>
                </a:solidFill>
              </a:rPr>
              <a:t> </a:t>
            </a:r>
            <a:r>
              <a:rPr lang="en-US" altLang="ko-KR" sz="3200" b="1" dirty="0" smtClean="0">
                <a:solidFill>
                  <a:schemeClr val="tx1"/>
                </a:solidFill>
              </a:rPr>
              <a:t>: LGE123456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Pw : lge123456!</a:t>
            </a:r>
          </a:p>
          <a:p>
            <a:r>
              <a:rPr lang="en-US" altLang="ko-KR" sz="3200" b="1" dirty="0" smtClean="0">
                <a:solidFill>
                  <a:schemeClr val="tx1"/>
                </a:solidFill>
              </a:rPr>
              <a:t>IP : 192.168.0.188</a:t>
            </a:r>
          </a:p>
          <a:p>
            <a:endParaRPr lang="en-US" altLang="ko-KR" sz="3200" b="1" dirty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39146"/>
              </p:ext>
            </p:extLst>
          </p:nvPr>
        </p:nvGraphicFramePr>
        <p:xfrm>
          <a:off x="6060373" y="2577967"/>
          <a:ext cx="8778081" cy="252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27"/>
                <a:gridCol w="2926027"/>
                <a:gridCol w="2926027"/>
              </a:tblGrid>
              <a:tr h="505922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IP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MAC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경환</a:t>
                      </a:r>
                      <a:r>
                        <a:rPr lang="en-US" altLang="ko-KR" sz="2400" b="1" dirty="0" smtClean="0"/>
                        <a:t> PC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1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B8:27:EB:9D:E5:C8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smtClean="0"/>
                        <a:t>보드 </a:t>
                      </a:r>
                      <a:r>
                        <a:rPr lang="en-US" altLang="ko-KR" sz="2400" b="1" dirty="0" smtClean="0"/>
                        <a:t>2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B8:27:EB:9D:E5:C9</a:t>
                      </a:r>
                      <a:endParaRPr lang="ko-KR" altLang="en-US" sz="2400" b="1"/>
                    </a:p>
                  </a:txBody>
                  <a:tcPr anchor="ctr"/>
                </a:tc>
              </a:tr>
              <a:tr h="505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/>
                        <a:t>보드 </a:t>
                      </a:r>
                      <a:r>
                        <a:rPr lang="en-US" altLang="ko-KR" sz="2400" b="1" dirty="0" smtClean="0"/>
                        <a:t>3</a:t>
                      </a:r>
                      <a:endParaRPr lang="ko-KR" altLang="en-US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chemeClr val="tx1"/>
                          </a:solidFill>
                        </a:rPr>
                        <a:t>192.168.10.5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B8:27:EB:9D:E5:CA</a:t>
                      </a:r>
                      <a:endParaRPr lang="ko-KR" altLang="en-US" sz="2400" b="1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622443" y="5416103"/>
            <a:ext cx="4269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root@WT2837:~# telnetd -F -l /bin/sh -p 23</a:t>
            </a:r>
          </a:p>
        </p:txBody>
      </p:sp>
    </p:spTree>
    <p:extLst>
      <p:ext uri="{BB962C8B-B14F-4D97-AF65-F5344CB8AC3E}">
        <p14:creationId xmlns:p14="http://schemas.microsoft.com/office/powerpoint/2010/main" val="175256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(260416)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0" y="1561514"/>
            <a:ext cx="16410803" cy="82095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2400" b="1" dirty="0" smtClean="0">
                <a:solidFill>
                  <a:schemeClr val="tx1"/>
                </a:solidFill>
              </a:rPr>
              <a:t>초안 만들기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– </a:t>
            </a:r>
            <a:r>
              <a:rPr lang="ko-KR" altLang="en-US" sz="2400" b="1" smtClean="0">
                <a:solidFill>
                  <a:schemeClr val="tx1"/>
                </a:solidFill>
              </a:rPr>
              <a:t>소리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2400" b="1" smtClean="0">
                <a:solidFill>
                  <a:schemeClr val="tx1"/>
                </a:solidFill>
              </a:rPr>
              <a:t>이미지 굳이 필요 없음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2400" b="1" smtClean="0">
                <a:solidFill>
                  <a:schemeClr val="tx1"/>
                </a:solidFill>
              </a:rPr>
              <a:t>오로지 기능 위주 구현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UDP </a:t>
            </a:r>
            <a:r>
              <a:rPr lang="ko-KR" altLang="en-US" sz="2400" b="1" smtClean="0">
                <a:solidFill>
                  <a:schemeClr val="tx1"/>
                </a:solidFill>
              </a:rPr>
              <a:t>통신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그림 그렸을 때 동기화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발표 자료 초안 만들기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>
                <a:solidFill>
                  <a:schemeClr val="tx1"/>
                </a:solidFill>
              </a:rPr>
              <a:t>Linux 6.12.81 </a:t>
            </a:r>
            <a:r>
              <a:rPr lang="ko-KR" altLang="en-US" sz="2400" b="1">
                <a:solidFill>
                  <a:schemeClr val="tx1"/>
                </a:solidFill>
              </a:rPr>
              <a:t>이미지 </a:t>
            </a:r>
            <a:r>
              <a:rPr lang="ko-KR" altLang="en-US" sz="2400" b="1" smtClean="0">
                <a:solidFill>
                  <a:schemeClr val="tx1"/>
                </a:solidFill>
              </a:rPr>
              <a:t>배포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참가자</a:t>
            </a:r>
            <a:r>
              <a:rPr lang="en-US" altLang="ko-KR" sz="2400" b="1" dirty="0">
                <a:solidFill>
                  <a:schemeClr val="tx1"/>
                </a:solidFill>
              </a:rPr>
              <a:t>, </a:t>
            </a:r>
            <a:r>
              <a:rPr lang="ko-KR" altLang="en-US" sz="2400" b="1">
                <a:solidFill>
                  <a:schemeClr val="tx1"/>
                </a:solidFill>
              </a:rPr>
              <a:t>출제자 </a:t>
            </a:r>
            <a:r>
              <a:rPr lang="ko-KR" altLang="en-US" sz="2400" b="1" smtClean="0">
                <a:solidFill>
                  <a:schemeClr val="tx1"/>
                </a:solidFill>
              </a:rPr>
              <a:t>전환 기능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>
                <a:solidFill>
                  <a:schemeClr val="tx1"/>
                </a:solidFill>
              </a:rPr>
              <a:t>가끔 선택화면에서 선택 </a:t>
            </a:r>
            <a:r>
              <a:rPr lang="ko-KR" altLang="en-US" sz="2400" b="1" dirty="0" err="1">
                <a:solidFill>
                  <a:schemeClr val="tx1"/>
                </a:solidFill>
              </a:rPr>
              <a:t>안했는데</a:t>
            </a:r>
            <a:r>
              <a:rPr lang="ko-KR" altLang="en-US" sz="2400" b="1" dirty="0">
                <a:solidFill>
                  <a:schemeClr val="tx1"/>
                </a:solidFill>
              </a:rPr>
              <a:t> 넘어감 </a:t>
            </a:r>
            <a:r>
              <a:rPr lang="en-US" altLang="ko-KR" sz="2400" b="1" dirty="0">
                <a:solidFill>
                  <a:schemeClr val="tx1"/>
                </a:solidFill>
              </a:rPr>
              <a:t>– </a:t>
            </a:r>
            <a:r>
              <a:rPr lang="ko-KR" altLang="en-US" sz="2400" b="1">
                <a:solidFill>
                  <a:schemeClr val="tx1"/>
                </a:solidFill>
              </a:rPr>
              <a:t>터치 버퍼가 남아있음</a:t>
            </a:r>
            <a:r>
              <a:rPr lang="en-US" altLang="ko-KR" sz="2400" b="1" dirty="0">
                <a:solidFill>
                  <a:schemeClr val="tx1"/>
                </a:solidFill>
              </a:rPr>
              <a:t>. </a:t>
            </a:r>
            <a:r>
              <a:rPr lang="ko-KR" altLang="en-US" sz="2400" b="1">
                <a:solidFill>
                  <a:schemeClr val="tx1"/>
                </a:solidFill>
              </a:rPr>
              <a:t>확인창</a:t>
            </a:r>
            <a:r>
              <a:rPr lang="en-US" altLang="ko-KR" sz="2400" b="1" dirty="0">
                <a:solidFill>
                  <a:schemeClr val="tx1"/>
                </a:solidFill>
              </a:rPr>
              <a:t> </a:t>
            </a:r>
            <a:r>
              <a:rPr lang="ko-KR" altLang="en-US" sz="2400" b="1" smtClean="0">
                <a:solidFill>
                  <a:schemeClr val="tx1"/>
                </a:solidFill>
              </a:rPr>
              <a:t>생성하자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2400" b="1" smtClean="0">
                <a:solidFill>
                  <a:schemeClr val="tx1"/>
                </a:solidFill>
              </a:rPr>
              <a:t>완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)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참가자가 자기의 화면을 알 수 있도록 표시</a:t>
            </a:r>
            <a:r>
              <a:rPr lang="en-US" altLang="ko-KR" sz="2400" b="1" dirty="0">
                <a:solidFill>
                  <a:schemeClr val="tx1"/>
                </a:solidFill>
              </a:rPr>
              <a:t>?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지우개 기능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1" dirty="0" smtClean="0">
                <a:solidFill>
                  <a:schemeClr val="tx1"/>
                </a:solidFill>
              </a:rPr>
              <a:t>telnet </a:t>
            </a:r>
            <a:r>
              <a:rPr lang="ko-KR" altLang="en-US" sz="2400" b="1" smtClean="0">
                <a:solidFill>
                  <a:schemeClr val="tx1"/>
                </a:solidFill>
              </a:rPr>
              <a:t>끊기는 경우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.. -&gt; </a:t>
            </a:r>
            <a:r>
              <a:rPr lang="ko-KR" altLang="en-US" sz="2400" b="1" smtClean="0">
                <a:solidFill>
                  <a:schemeClr val="tx1"/>
                </a:solidFill>
              </a:rPr>
              <a:t>잘 안생기는 경우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-&gt; </a:t>
            </a:r>
            <a:r>
              <a:rPr lang="ko-KR" altLang="en-US" sz="2400" b="1" smtClean="0">
                <a:solidFill>
                  <a:schemeClr val="tx1"/>
                </a:solidFill>
              </a:rPr>
              <a:t>재발생 시 강사님께 말씀드리자</a:t>
            </a:r>
            <a:endParaRPr lang="en-US" altLang="ko-KR" sz="2400" b="1" dirty="0" smtClean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ko-KR" altLang="en-US" sz="2400" b="1" dirty="0" smtClean="0">
                <a:solidFill>
                  <a:schemeClr val="tx1"/>
                </a:solidFill>
              </a:rPr>
              <a:t>일정 시간 못 맞추면 힌트로 카테고리 출력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en-US" altLang="ko-KR" sz="3200" b="1" dirty="0" smtClean="0">
              <a:solidFill>
                <a:schemeClr val="tx1"/>
              </a:solidFill>
            </a:endParaRPr>
          </a:p>
          <a:p>
            <a:endParaRPr lang="ko-KR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원복하자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(260417)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>
                <a:solidFill>
                  <a:schemeClr val="tx1"/>
                </a:solidFill>
              </a:rPr>
              <a:t>telnet </a:t>
            </a:r>
            <a:r>
              <a:rPr lang="ko-KR" altLang="en-US" b="1">
                <a:solidFill>
                  <a:schemeClr val="tx1"/>
                </a:solidFill>
              </a:rPr>
              <a:t>끊기는 경우</a:t>
            </a:r>
            <a:r>
              <a:rPr lang="en-US" altLang="ko-KR" b="1" dirty="0">
                <a:solidFill>
                  <a:schemeClr val="tx1"/>
                </a:solidFill>
              </a:rPr>
              <a:t>.. </a:t>
            </a:r>
            <a:r>
              <a:rPr lang="en-US" altLang="ko-KR" b="1" dirty="0" smtClean="0">
                <a:solidFill>
                  <a:schemeClr val="tx1"/>
                </a:solidFill>
              </a:rPr>
              <a:t>-&gt; </a:t>
            </a:r>
            <a:r>
              <a:rPr lang="ko-KR" altLang="en-US" b="1" smtClean="0">
                <a:solidFill>
                  <a:schemeClr val="tx1"/>
                </a:solidFill>
              </a:rPr>
              <a:t>보드 </a:t>
            </a:r>
            <a:r>
              <a:rPr lang="en-US" altLang="ko-KR" b="1" dirty="0" smtClean="0">
                <a:solidFill>
                  <a:schemeClr val="tx1"/>
                </a:solidFill>
              </a:rPr>
              <a:t>2,3 </a:t>
            </a:r>
            <a:r>
              <a:rPr lang="en-US" altLang="ko-KR" b="1" dirty="0" err="1" smtClean="0">
                <a:solidFill>
                  <a:schemeClr val="tx1"/>
                </a:solidFill>
              </a:rPr>
              <a:t>Brrootfs</a:t>
            </a: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이미지 구워서 업로드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참가자가 </a:t>
            </a:r>
            <a:r>
              <a:rPr lang="ko-KR" altLang="en-US" b="1" dirty="0">
                <a:solidFill>
                  <a:schemeClr val="tx1"/>
                </a:solidFill>
              </a:rPr>
              <a:t>자기의 화면을 알 수 있도록 </a:t>
            </a:r>
            <a:r>
              <a:rPr lang="ko-KR" altLang="en-US" b="1" dirty="0" smtClean="0">
                <a:solidFill>
                  <a:schemeClr val="tx1"/>
                </a:solidFill>
              </a:rPr>
              <a:t>표시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화면 터치 펜 찾아보기</a:t>
            </a:r>
            <a:r>
              <a:rPr lang="en-US" altLang="ko-KR" b="1" dirty="0">
                <a:solidFill>
                  <a:schemeClr val="tx1"/>
                </a:solidFill>
              </a:rPr>
              <a:t> – </a:t>
            </a:r>
            <a:r>
              <a:rPr lang="ko-KR" altLang="en-US" b="1">
                <a:solidFill>
                  <a:schemeClr val="tx1"/>
                </a:solidFill>
              </a:rPr>
              <a:t>다이소 디스크 펜 </a:t>
            </a:r>
            <a:r>
              <a:rPr lang="en-US" altLang="ko-KR" b="1" dirty="0">
                <a:solidFill>
                  <a:schemeClr val="tx1"/>
                </a:solidFill>
              </a:rPr>
              <a:t>1000</a:t>
            </a:r>
            <a:r>
              <a:rPr lang="ko-KR" altLang="en-US" b="1">
                <a:solidFill>
                  <a:schemeClr val="tx1"/>
                </a:solidFill>
              </a:rPr>
              <a:t>원짜리 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Clear</a:t>
            </a:r>
            <a:r>
              <a:rPr lang="ko-KR" altLang="en-US" b="1" smtClean="0">
                <a:solidFill>
                  <a:schemeClr val="tx1"/>
                </a:solidFill>
              </a:rPr>
              <a:t> 기능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err="1">
                <a:solidFill>
                  <a:schemeClr val="tx1"/>
                </a:solidFill>
              </a:rPr>
              <a:t>Github</a:t>
            </a:r>
            <a:r>
              <a:rPr lang="ko-KR" altLang="en-US" b="1">
                <a:solidFill>
                  <a:schemeClr val="tx1"/>
                </a:solidFill>
              </a:rPr>
              <a:t> 업로드 방법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smtClean="0">
                <a:solidFill>
                  <a:schemeClr val="tx1"/>
                </a:solidFill>
              </a:rPr>
              <a:t>찾기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BGM </a:t>
            </a:r>
            <a:r>
              <a:rPr lang="ko-KR" altLang="en-US" b="1" smtClean="0">
                <a:solidFill>
                  <a:schemeClr val="tx1"/>
                </a:solidFill>
              </a:rPr>
              <a:t>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출제자 화면에 제시어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제한 시간 설정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현재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분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9939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참가자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제출하고 </a:t>
            </a:r>
            <a:r>
              <a:rPr lang="en-US" altLang="ko-KR" b="1" dirty="0">
                <a:solidFill>
                  <a:schemeClr val="tx1"/>
                </a:solidFill>
              </a:rPr>
              <a:t>NG </a:t>
            </a:r>
            <a:r>
              <a:rPr lang="ko-KR" altLang="en-US" b="1">
                <a:solidFill>
                  <a:schemeClr val="tx1"/>
                </a:solidFill>
              </a:rPr>
              <a:t>터치하면 참가자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>
                <a:solidFill>
                  <a:schemeClr val="tx1"/>
                </a:solidFill>
              </a:rPr>
              <a:t>가 </a:t>
            </a:r>
            <a:r>
              <a:rPr lang="ko-KR" altLang="en-US" b="1" smtClean="0">
                <a:solidFill>
                  <a:schemeClr val="tx1"/>
                </a:solidFill>
              </a:rPr>
              <a:t>끊김</a:t>
            </a:r>
            <a:r>
              <a:rPr lang="en-US" altLang="ko-KR" b="1" dirty="0">
                <a:solidFill>
                  <a:schemeClr val="tx1"/>
                </a:solidFill>
              </a:rPr>
              <a:t/>
            </a:r>
            <a:br>
              <a:rPr lang="en-US" altLang="ko-KR" b="1" dirty="0">
                <a:solidFill>
                  <a:schemeClr val="tx1"/>
                </a:solidFill>
              </a:rPr>
            </a:br>
            <a:r>
              <a:rPr lang="ko-KR" altLang="en-US" b="1" smtClean="0">
                <a:solidFill>
                  <a:schemeClr val="tx1"/>
                </a:solidFill>
              </a:rPr>
              <a:t>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이 제출한 상태에서 참가자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가 제출 못하도록 원복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6.12.81 </a:t>
            </a:r>
            <a:r>
              <a:rPr lang="ko-KR" altLang="en-US" b="1" smtClean="0">
                <a:solidFill>
                  <a:schemeClr val="tx1"/>
                </a:solidFill>
              </a:rPr>
              <a:t>리눅스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커널</a:t>
            </a:r>
            <a:r>
              <a:rPr lang="ko-KR" altLang="en-US" b="1" dirty="0" smtClean="0">
                <a:solidFill>
                  <a:schemeClr val="tx1"/>
                </a:solidFill>
              </a:rPr>
              <a:t> 이미지 </a:t>
            </a:r>
            <a:r>
              <a:rPr lang="ko-KR" altLang="en-US" b="1" smtClean="0">
                <a:solidFill>
                  <a:schemeClr val="tx1"/>
                </a:solidFill>
              </a:rPr>
              <a:t>보드에 업로드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음악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싱크</a:t>
            </a:r>
            <a:r>
              <a:rPr lang="ko-KR" altLang="en-US" b="1" dirty="0" smtClean="0">
                <a:solidFill>
                  <a:schemeClr val="tx1"/>
                </a:solidFill>
              </a:rPr>
              <a:t> 맞추기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UI </a:t>
            </a:r>
            <a:r>
              <a:rPr lang="ko-KR" altLang="en-US" b="1" smtClean="0">
                <a:solidFill>
                  <a:schemeClr val="tx1"/>
                </a:solidFill>
              </a:rPr>
              <a:t>화면 추가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게임 시작 화면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케릭터 추가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r>
              <a:rPr lang="ko-KR" altLang="en-US" b="1" smtClean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 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기타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chemeClr val="tx1"/>
                </a:solidFill>
              </a:rPr>
              <a:t>팀 소개 영상 </a:t>
            </a:r>
            <a:r>
              <a:rPr lang="en-US" altLang="ko-KR" b="1" dirty="0">
                <a:solidFill>
                  <a:schemeClr val="tx1"/>
                </a:solidFill>
              </a:rPr>
              <a:t>– </a:t>
            </a:r>
            <a:r>
              <a:rPr lang="ko-KR" altLang="en-US" b="1">
                <a:solidFill>
                  <a:schemeClr val="tx1"/>
                </a:solidFill>
              </a:rPr>
              <a:t>월요일 오후 </a:t>
            </a:r>
            <a:r>
              <a:rPr lang="ko-KR" altLang="en-US" b="1" smtClean="0">
                <a:solidFill>
                  <a:schemeClr val="tx1"/>
                </a:solidFill>
              </a:rPr>
              <a:t>한시까지 제출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전시회 시연 고려 </a:t>
            </a:r>
            <a:r>
              <a:rPr lang="en-US" altLang="ko-KR" b="1" dirty="0" smtClean="0">
                <a:solidFill>
                  <a:schemeClr val="tx1"/>
                </a:solidFill>
              </a:rPr>
              <a:t>– PC </a:t>
            </a:r>
            <a:r>
              <a:rPr lang="ko-KR" altLang="en-US" b="1" smtClean="0">
                <a:solidFill>
                  <a:schemeClr val="tx1"/>
                </a:solidFill>
              </a:rPr>
              <a:t>모니터에 띄울 수 있는지 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sz="2800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(260420)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4/20 </a:t>
            </a:r>
            <a:r>
              <a:rPr lang="ko-KR" altLang="en-US" b="1" smtClean="0">
                <a:solidFill>
                  <a:schemeClr val="tx1"/>
                </a:solidFill>
              </a:rPr>
              <a:t>월 오후 한시반 팀별 영상 제작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팀 이름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팀원 소개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프로젝트 주제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목표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팀워크 모습</a:t>
            </a:r>
            <a:r>
              <a:rPr lang="en-US" altLang="ko-KR" b="1" dirty="0" smtClean="0">
                <a:solidFill>
                  <a:schemeClr val="tx1"/>
                </a:solidFill>
              </a:rPr>
              <a:t>?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재밌는</a:t>
            </a:r>
            <a:r>
              <a:rPr lang="ko-KR" altLang="en-US" b="1" dirty="0" smtClean="0">
                <a:solidFill>
                  <a:schemeClr val="tx1"/>
                </a:solidFill>
              </a:rPr>
              <a:t> 요소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4/21 </a:t>
            </a:r>
            <a:r>
              <a:rPr lang="ko-KR" altLang="en-US" b="1" smtClean="0">
                <a:solidFill>
                  <a:schemeClr val="tx1"/>
                </a:solidFill>
              </a:rPr>
              <a:t>화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965916" y="5764804"/>
            <a:ext cx="4655366" cy="3357592"/>
            <a:chOff x="11739591" y="2631786"/>
            <a:chExt cx="4655366" cy="3357592"/>
          </a:xfrm>
        </p:grpSpPr>
        <p:sp>
          <p:nvSpPr>
            <p:cNvPr id="11" name="직사각형 10"/>
            <p:cNvSpPr/>
            <p:nvPr/>
          </p:nvSpPr>
          <p:spPr>
            <a:xfrm>
              <a:off x="12635344" y="3056708"/>
              <a:ext cx="3759613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4435529" y="4513217"/>
              <a:ext cx="0" cy="14761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11" idx="3"/>
              <a:endCxn id="11" idx="1"/>
            </p:cNvCxnSpPr>
            <p:nvPr/>
          </p:nvCxnSpPr>
          <p:spPr>
            <a:xfrm flipH="1">
              <a:off x="12635344" y="4519748"/>
              <a:ext cx="375961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1849395" y="2631786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729613" y="3151052"/>
              <a:ext cx="1194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출제자</a:t>
              </a:r>
              <a:r>
                <a:rPr lang="en-US" altLang="ko-KR" sz="1400" b="1" dirty="0"/>
                <a:t>(</a:t>
              </a:r>
              <a:r>
                <a:rPr lang="ko-KR" altLang="en-US" sz="1400" b="1" smtClean="0"/>
                <a:t>점수</a:t>
              </a:r>
              <a:r>
                <a:rPr lang="en-US" altLang="ko-KR" sz="1400" b="1" dirty="0" smtClean="0"/>
                <a:t>)</a:t>
              </a:r>
              <a:endParaRPr lang="ko-KR" altLang="en-US" sz="1400"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729613" y="458817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1</a:t>
              </a:r>
              <a:r>
                <a:rPr lang="en-US" altLang="ko-KR" sz="1400" b="1" dirty="0"/>
                <a:t> 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4529799" y="456983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참가자 </a:t>
              </a:r>
              <a:r>
                <a:rPr lang="en-US" altLang="ko-KR" sz="1400" b="1" dirty="0" smtClean="0"/>
                <a:t>2 </a:t>
              </a:r>
              <a:r>
                <a:rPr lang="en-US" altLang="ko-KR" sz="1400" b="1" dirty="0"/>
                <a:t>(</a:t>
              </a:r>
              <a:r>
                <a:rPr lang="ko-KR" altLang="en-US" sz="1400" b="1"/>
                <a:t>점수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1758716" y="3056709"/>
              <a:ext cx="876627" cy="29260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739591" y="3151052"/>
              <a:ext cx="942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남은 시간</a:t>
              </a:r>
              <a:endParaRPr lang="ko-KR" altLang="en-US" sz="1400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849396" y="405631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라운드</a:t>
              </a:r>
              <a:endParaRPr lang="ko-KR" altLang="en-US" sz="14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49395" y="502338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캐릭터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5376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8857633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구현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참가자</a:t>
            </a:r>
            <a:r>
              <a:rPr lang="en-US" altLang="ko-KR" b="1" dirty="0" smtClean="0">
                <a:solidFill>
                  <a:schemeClr val="tx1"/>
                </a:solidFill>
              </a:rPr>
              <a:t>/</a:t>
            </a:r>
            <a:r>
              <a:rPr lang="ko-KR" altLang="en-US" b="1" smtClean="0">
                <a:solidFill>
                  <a:schemeClr val="tx1"/>
                </a:solidFill>
              </a:rPr>
              <a:t>출제자 화면에 </a:t>
            </a:r>
            <a:r>
              <a:rPr lang="ko-KR" altLang="en-US" b="1" dirty="0" smtClean="0">
                <a:solidFill>
                  <a:schemeClr val="tx1"/>
                </a:solidFill>
              </a:rPr>
              <a:t>지우개 기능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일정 </a:t>
            </a:r>
            <a:r>
              <a:rPr lang="ko-KR" altLang="en-US" b="1" dirty="0">
                <a:solidFill>
                  <a:schemeClr val="tx1"/>
                </a:solidFill>
              </a:rPr>
              <a:t>시간 못 맞추면 힌트로 카테고리 </a:t>
            </a:r>
            <a:r>
              <a:rPr lang="ko-KR" altLang="en-US" b="1" dirty="0" smtClean="0">
                <a:solidFill>
                  <a:schemeClr val="tx1"/>
                </a:solidFill>
              </a:rPr>
              <a:t>출력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err="1" smtClean="0">
                <a:solidFill>
                  <a:schemeClr val="tx1"/>
                </a:solidFill>
              </a:rPr>
              <a:t>점수제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r>
              <a:rPr lang="ko-KR" altLang="en-US" b="1" dirty="0" smtClean="0">
                <a:solidFill>
                  <a:schemeClr val="tx1"/>
                </a:solidFill>
              </a:rPr>
              <a:t>룰 </a:t>
            </a:r>
            <a:r>
              <a:rPr lang="en-US" altLang="ko-KR" b="1" dirty="0" smtClean="0">
                <a:solidFill>
                  <a:schemeClr val="tx1"/>
                </a:solidFill>
              </a:rPr>
              <a:t>(5</a:t>
            </a:r>
            <a:r>
              <a:rPr lang="ko-KR" altLang="en-US" b="1" smtClean="0">
                <a:solidFill>
                  <a:schemeClr val="tx1"/>
                </a:solidFill>
              </a:rPr>
              <a:t>라운드</a:t>
            </a:r>
            <a:r>
              <a:rPr lang="en-US" altLang="ko-KR" b="1" dirty="0" smtClean="0">
                <a:solidFill>
                  <a:schemeClr val="tx1"/>
                </a:solidFill>
              </a:rPr>
              <a:t>, 60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-&gt; 0</a:t>
            </a:r>
            <a:r>
              <a:rPr lang="ko-KR" altLang="en-US" b="1" smtClean="0">
                <a:solidFill>
                  <a:schemeClr val="tx1"/>
                </a:solidFill>
              </a:rPr>
              <a:t>초</a:t>
            </a:r>
            <a:r>
              <a:rPr lang="en-US" altLang="ko-KR" b="1" dirty="0" smtClean="0">
                <a:solidFill>
                  <a:schemeClr val="tx1"/>
                </a:solidFill>
              </a:rPr>
              <a:t>) (</a:t>
            </a:r>
            <a:r>
              <a:rPr lang="ko-KR" altLang="en-US" b="1" smtClean="0">
                <a:solidFill>
                  <a:schemeClr val="tx1"/>
                </a:solidFill>
              </a:rPr>
              <a:t>완</a:t>
            </a:r>
            <a:r>
              <a:rPr lang="en-US" altLang="ko-KR" b="1" dirty="0" smtClean="0">
                <a:solidFill>
                  <a:schemeClr val="tx1"/>
                </a:solidFill>
              </a:rPr>
              <a:t>)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최초 출제자는 선착순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60 ~ 30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출제자의 문제를 맞추면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  <a:r>
              <a:rPr lang="ko-KR" altLang="en-US" b="1" smtClean="0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30</a:t>
            </a:r>
            <a:r>
              <a:rPr lang="ko-KR" altLang="en-US" b="1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~ 0</a:t>
            </a:r>
            <a:r>
              <a:rPr lang="ko-KR" altLang="en-US" b="1" smtClean="0">
                <a:solidFill>
                  <a:schemeClr val="tx1"/>
                </a:solidFill>
              </a:rPr>
              <a:t>초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힌트 출력</a:t>
            </a:r>
            <a:r>
              <a:rPr lang="en-US" altLang="ko-KR" b="1" dirty="0" smtClean="0">
                <a:solidFill>
                  <a:schemeClr val="tx1"/>
                </a:solidFill>
              </a:rPr>
              <a:t>(</a:t>
            </a:r>
            <a:r>
              <a:rPr lang="ko-KR" altLang="en-US" b="1" smtClean="0">
                <a:solidFill>
                  <a:schemeClr val="tx1"/>
                </a:solidFill>
              </a:rPr>
              <a:t>카테고리</a:t>
            </a:r>
            <a:r>
              <a:rPr lang="en-US" altLang="ko-KR" b="1" dirty="0" smtClean="0">
                <a:solidFill>
                  <a:schemeClr val="tx1"/>
                </a:solidFill>
              </a:rPr>
              <a:t>). </a:t>
            </a:r>
            <a:r>
              <a:rPr lang="ko-KR" altLang="en-US" b="1" smtClean="0">
                <a:solidFill>
                  <a:schemeClr val="tx1"/>
                </a:solidFill>
              </a:rPr>
              <a:t>출제자의 </a:t>
            </a:r>
            <a:r>
              <a:rPr lang="ko-KR" altLang="en-US" b="1">
                <a:solidFill>
                  <a:schemeClr val="tx1"/>
                </a:solidFill>
              </a:rPr>
              <a:t>문제를 맞추면</a:t>
            </a:r>
            <a:r>
              <a:rPr lang="en-US" altLang="ko-KR" b="1" dirty="0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 출제자가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</a:t>
            </a:r>
            <a:r>
              <a:rPr lang="ko-KR" altLang="en-US" b="1">
                <a:solidFill>
                  <a:schemeClr val="tx1"/>
                </a:solidFill>
              </a:rPr>
              <a:t>획득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>
                <a:solidFill>
                  <a:schemeClr val="tx1"/>
                </a:solidFill>
              </a:rPr>
              <a:t>참가자는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점 획득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0</a:t>
            </a:r>
            <a:r>
              <a:rPr lang="ko-KR" altLang="en-US" b="1" smtClean="0">
                <a:solidFill>
                  <a:schemeClr val="tx1"/>
                </a:solidFill>
              </a:rPr>
              <a:t>초 이후 </a:t>
            </a:r>
            <a:r>
              <a:rPr lang="en-US" altLang="ko-KR" b="1" dirty="0" smtClean="0">
                <a:solidFill>
                  <a:schemeClr val="tx1"/>
                </a:solidFill>
              </a:rPr>
              <a:t>– </a:t>
            </a:r>
            <a:r>
              <a:rPr lang="ko-KR" altLang="en-US" b="1" smtClean="0">
                <a:solidFill>
                  <a:schemeClr val="tx1"/>
                </a:solidFill>
              </a:rPr>
              <a:t>바로 종료 후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정답 공개</a:t>
            </a:r>
            <a:r>
              <a:rPr lang="en-US" altLang="ko-KR" b="1" dirty="0" smtClean="0">
                <a:solidFill>
                  <a:schemeClr val="tx1"/>
                </a:solidFill>
              </a:rPr>
              <a:t>. </a:t>
            </a:r>
            <a:r>
              <a:rPr lang="ko-KR" altLang="en-US" b="1" smtClean="0">
                <a:solidFill>
                  <a:schemeClr val="tx1"/>
                </a:solidFill>
              </a:rPr>
              <a:t>출제자 </a:t>
            </a: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r>
              <a:rPr lang="ko-KR" altLang="en-US" b="1" smtClean="0">
                <a:solidFill>
                  <a:schemeClr val="tx1"/>
                </a:solidFill>
              </a:rPr>
              <a:t>점 감점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다음 출제자는 기존 출제자 유지 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</a:t>
            </a:r>
            <a:r>
              <a:rPr lang="ko-KR" altLang="en-US" sz="5400" b="1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기획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en-US" altLang="ko-KR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260421)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1541" y="1561514"/>
            <a:ext cx="7743960" cy="8653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4/21 </a:t>
            </a:r>
            <a:r>
              <a:rPr lang="ko-KR" altLang="en-US" b="1" smtClean="0">
                <a:solidFill>
                  <a:schemeClr val="tx1"/>
                </a:solidFill>
              </a:rPr>
              <a:t>화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r>
              <a:rPr lang="ko-KR" altLang="en-US" b="1" smtClean="0">
                <a:solidFill>
                  <a:schemeClr val="tx1"/>
                </a:solidFill>
              </a:rPr>
              <a:t>차 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4/22 </a:t>
            </a:r>
            <a:r>
              <a:rPr lang="ko-KR" altLang="en-US" b="1" smtClean="0">
                <a:solidFill>
                  <a:schemeClr val="tx1"/>
                </a:solidFill>
              </a:rPr>
              <a:t>수 오후 한시반 </a:t>
            </a: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r>
              <a:rPr lang="ko-KR" altLang="en-US" b="1" smtClean="0">
                <a:solidFill>
                  <a:schemeClr val="tx1"/>
                </a:solidFill>
              </a:rPr>
              <a:t>차 </a:t>
            </a:r>
            <a:r>
              <a:rPr lang="ko-KR" altLang="en-US" b="1" smtClean="0">
                <a:solidFill>
                  <a:schemeClr val="tx1"/>
                </a:solidFill>
              </a:rPr>
              <a:t>데모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포스터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시연 영상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결과보고서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결과 파일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4/23 </a:t>
            </a:r>
            <a:r>
              <a:rPr lang="ko-KR" altLang="en-US" b="1" smtClean="0">
                <a:solidFill>
                  <a:schemeClr val="tx1"/>
                </a:solidFill>
              </a:rPr>
              <a:t>목 오후 한시반 최종 발표</a:t>
            </a:r>
            <a:r>
              <a:rPr lang="en-US" altLang="ko-KR" b="1" dirty="0" smtClean="0">
                <a:solidFill>
                  <a:schemeClr val="tx1"/>
                </a:solidFill>
              </a:rPr>
              <a:t>, </a:t>
            </a:r>
            <a:r>
              <a:rPr lang="ko-KR" altLang="en-US" b="1" smtClean="0">
                <a:solidFill>
                  <a:schemeClr val="tx1"/>
                </a:solidFill>
              </a:rPr>
              <a:t>세시반 반별 전시회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860792" y="6381932"/>
            <a:ext cx="4686663" cy="3357592"/>
            <a:chOff x="1791517" y="3831739"/>
            <a:chExt cx="4686663" cy="3357592"/>
          </a:xfrm>
        </p:grpSpPr>
        <p:sp>
          <p:nvSpPr>
            <p:cNvPr id="7" name="TextBox 6"/>
            <p:cNvSpPr txBox="1"/>
            <p:nvPr/>
          </p:nvSpPr>
          <p:spPr>
            <a:xfrm>
              <a:off x="1932617" y="3831739"/>
              <a:ext cx="1418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 </a:t>
              </a:r>
              <a:r>
                <a:rPr lang="en-US" altLang="ko-KR" b="1" dirty="0" smtClean="0"/>
                <a:t>UI </a:t>
              </a:r>
              <a:r>
                <a:rPr lang="ko-KR" altLang="en-US" b="1" smtClean="0"/>
                <a:t>구성</a:t>
              </a:r>
              <a:endParaRPr lang="ko-KR" altLang="en-US" b="1"/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791517" y="4256661"/>
              <a:ext cx="4686663" cy="2932670"/>
              <a:chOff x="2701219" y="4256661"/>
              <a:chExt cx="3776960" cy="2932670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2718566" y="4256661"/>
                <a:ext cx="3759613" cy="2926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cxnSp>
            <p:nvCxnSpPr>
              <p:cNvPr id="12" name="직선 연결선 11"/>
              <p:cNvCxnSpPr/>
              <p:nvPr/>
            </p:nvCxnSpPr>
            <p:spPr>
              <a:xfrm>
                <a:off x="4432618" y="5998726"/>
                <a:ext cx="0" cy="119060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/>
              <p:cNvCxnSpPr>
                <a:stCxn id="11" idx="3"/>
                <a:endCxn id="11" idx="1"/>
              </p:cNvCxnSpPr>
              <p:nvPr/>
            </p:nvCxnSpPr>
            <p:spPr>
              <a:xfrm flipH="1">
                <a:off x="2718566" y="5719701"/>
                <a:ext cx="375961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3588167" y="4342784"/>
                <a:ext cx="11945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출제자</a:t>
                </a:r>
                <a:r>
                  <a:rPr lang="en-US" altLang="ko-KR" sz="1400" b="1" dirty="0"/>
                  <a:t>(</a:t>
                </a:r>
                <a:r>
                  <a:rPr lang="ko-KR" altLang="en-US" sz="1400" b="1" smtClean="0"/>
                  <a:t>점수</a:t>
                </a:r>
                <a:r>
                  <a:rPr lang="en-US" altLang="ko-KR" sz="1400" b="1" dirty="0" smtClean="0"/>
                  <a:t>)</a:t>
                </a:r>
                <a:endParaRPr lang="ko-KR" altLang="en-US" sz="1400" b="1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982539" y="599872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1</a:t>
                </a:r>
                <a:r>
                  <a:rPr lang="en-US" altLang="ko-KR" sz="1400" b="1" dirty="0"/>
                  <a:t> 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782725" y="5980386"/>
                <a:ext cx="1366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참가자 </a:t>
                </a:r>
                <a:r>
                  <a:rPr lang="en-US" altLang="ko-KR" sz="1400" b="1" dirty="0" smtClean="0"/>
                  <a:t>2 </a:t>
                </a:r>
                <a:r>
                  <a:rPr lang="en-US" altLang="ko-KR" sz="1400" b="1" dirty="0"/>
                  <a:t>(</a:t>
                </a:r>
                <a:r>
                  <a:rPr lang="ko-KR" altLang="en-US" sz="1400" b="1"/>
                  <a:t>점수</a:t>
                </a:r>
                <a:r>
                  <a:rPr lang="en-US" altLang="ko-KR" sz="1400" b="1" dirty="0"/>
                  <a:t>)</a:t>
                </a:r>
                <a:endParaRPr lang="ko-KR" altLang="en-US" sz="1400" b="1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2719009" y="4256662"/>
                <a:ext cx="774889" cy="14695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01219" y="5714460"/>
                <a:ext cx="855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smtClean="0"/>
                  <a:t>남은 시간</a:t>
                </a:r>
                <a:endParaRPr lang="ko-KR" altLang="en-US" sz="14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809861" y="4430924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라운드</a:t>
                </a:r>
                <a:endParaRPr lang="ko-KR" altLang="en-US" sz="1400" b="1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809861" y="5022931"/>
                <a:ext cx="7232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smtClean="0"/>
                  <a:t>캐릭터</a:t>
                </a:r>
                <a:endParaRPr lang="ko-KR" altLang="en-US" sz="1400" b="1" dirty="0"/>
              </a:p>
            </p:txBody>
          </p:sp>
        </p:grpSp>
        <p:cxnSp>
          <p:nvCxnSpPr>
            <p:cNvPr id="22" name="직선 연결선 21"/>
            <p:cNvCxnSpPr/>
            <p:nvPr/>
          </p:nvCxnSpPr>
          <p:spPr>
            <a:xfrm flipH="1">
              <a:off x="1803678" y="5980386"/>
              <a:ext cx="46651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12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</TotalTime>
  <Words>1301</Words>
  <Application>Microsoft Office PowerPoint</Application>
  <PresentationFormat>사용자 지정</PresentationFormat>
  <Paragraphs>306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LG스마트체2.0 Light</vt:lpstr>
      <vt:lpstr>LG스마트체2.0 Regular</vt:lpstr>
      <vt:lpstr>LG스마트체2.0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엄제원/연구원/Location Unit(jewon.eom@lge.com)</cp:lastModifiedBy>
  <cp:revision>137</cp:revision>
  <dcterms:created xsi:type="dcterms:W3CDTF">2022-12-09T16:47:26Z</dcterms:created>
  <dcterms:modified xsi:type="dcterms:W3CDTF">2026-04-21T06:03:43Z</dcterms:modified>
</cp:coreProperties>
</file>