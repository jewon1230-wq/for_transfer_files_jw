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7" r:id="rId2"/>
    <p:sldId id="258" r:id="rId3"/>
    <p:sldId id="269" r:id="rId4"/>
    <p:sldId id="271" r:id="rId5"/>
    <p:sldId id="272" r:id="rId6"/>
    <p:sldId id="274" r:id="rId7"/>
    <p:sldId id="275" r:id="rId8"/>
    <p:sldId id="276" r:id="rId9"/>
    <p:sldId id="270" r:id="rId10"/>
    <p:sldId id="273" r:id="rId11"/>
    <p:sldId id="259" r:id="rId12"/>
    <p:sldId id="266" r:id="rId13"/>
    <p:sldId id="267" r:id="rId14"/>
    <p:sldId id="277" r:id="rId15"/>
    <p:sldId id="278" r:id="rId16"/>
    <p:sldId id="279" r:id="rId17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5" autoAdjust="0"/>
    <p:restoredTop sz="96395" autoAdjust="0"/>
  </p:normalViewPr>
  <p:slideViewPr>
    <p:cSldViewPr snapToGrid="0" snapToObjects="1">
      <p:cViewPr varScale="1">
        <p:scale>
          <a:sx n="81" d="100"/>
          <a:sy n="81" d="100"/>
        </p:scale>
        <p:origin x="462" y="-60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쿵야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엄제원</a:t>
            </a:r>
            <a:r>
              <a:rPr lang="ko-KR" altLang="en-US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이경환 윤지원</a:t>
            </a:r>
            <a:endParaRPr lang="ko-KR" altLang="en-US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프로젝트 주제 </a:t>
            </a:r>
            <a:r>
              <a:rPr lang="en-US" altLang="ko-KR" dirty="0"/>
              <a:t>: </a:t>
            </a:r>
            <a:r>
              <a:rPr lang="ko-KR" altLang="en-US"/>
              <a:t>캐치 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 smtClean="0"/>
              <a:t>)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게임 </a:t>
            </a:r>
            <a:r>
              <a:rPr lang="ko-KR" altLang="en-US" dirty="0"/>
              <a:t>방식</a:t>
            </a:r>
          </a:p>
          <a:p>
            <a:pPr lvl="1"/>
            <a:r>
              <a:rPr lang="ko-KR" altLang="en-US" dirty="0" smtClean="0"/>
              <a:t>출제자는 분야</a:t>
            </a:r>
            <a:r>
              <a:rPr lang="en-US" altLang="ko-KR" dirty="0" smtClean="0"/>
              <a:t>&gt;</a:t>
            </a:r>
            <a:r>
              <a:rPr lang="ko-KR" altLang="en-US"/>
              <a:t>주제어 순서로 </a:t>
            </a:r>
            <a:r>
              <a:rPr lang="ko-KR" altLang="en-US" smtClean="0"/>
              <a:t>선택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각 </a:t>
            </a:r>
            <a:r>
              <a:rPr lang="ko-KR" altLang="en-US" dirty="0"/>
              <a:t>계층 별 </a:t>
            </a:r>
            <a:r>
              <a:rPr lang="en-US" altLang="ko-KR" dirty="0"/>
              <a:t>4</a:t>
            </a:r>
            <a:r>
              <a:rPr lang="ko-KR" altLang="en-US"/>
              <a:t>개씩 랜덤</a:t>
            </a:r>
          </a:p>
          <a:p>
            <a:pPr lvl="1"/>
            <a:r>
              <a:rPr lang="ko-KR" altLang="en-US" dirty="0"/>
              <a:t>출제자가 그림 그리기 </a:t>
            </a:r>
            <a:r>
              <a:rPr lang="ko-KR" altLang="en-US" dirty="0" smtClean="0"/>
              <a:t>시작</a:t>
            </a:r>
            <a:endParaRPr lang="en-US" altLang="ko-KR" dirty="0"/>
          </a:p>
          <a:p>
            <a:pPr lvl="1"/>
            <a:r>
              <a:rPr lang="ko-KR" altLang="en-US" dirty="0" smtClean="0"/>
              <a:t>참가자는 </a:t>
            </a:r>
            <a:r>
              <a:rPr lang="ko-KR" altLang="en-US" dirty="0"/>
              <a:t>정답을 자신의 화면에 </a:t>
            </a:r>
            <a:r>
              <a:rPr lang="ko-KR" altLang="en-US" dirty="0" smtClean="0"/>
              <a:t>글씨로 작성하여 </a:t>
            </a:r>
            <a:r>
              <a:rPr lang="ko-KR" altLang="en-US" dirty="0"/>
              <a:t>제출</a:t>
            </a:r>
          </a:p>
          <a:p>
            <a:pPr lvl="1"/>
            <a:r>
              <a:rPr lang="ko-KR" altLang="en-US" dirty="0" smtClean="0"/>
              <a:t>출제자는 </a:t>
            </a:r>
            <a:r>
              <a:rPr lang="ko-KR" altLang="en-US" dirty="0"/>
              <a:t>확인 후 </a:t>
            </a:r>
            <a:r>
              <a:rPr lang="ko-KR" altLang="en-US" dirty="0" smtClean="0"/>
              <a:t>정답</a:t>
            </a:r>
            <a:r>
              <a:rPr lang="en-US" altLang="ko-KR" dirty="0" smtClean="0"/>
              <a:t>/</a:t>
            </a:r>
            <a:r>
              <a:rPr lang="ko-KR" altLang="en-US" smtClean="0"/>
              <a:t>오답 </a:t>
            </a:r>
            <a:r>
              <a:rPr lang="ko-KR" altLang="en-US" dirty="0"/>
              <a:t>판단</a:t>
            </a:r>
          </a:p>
          <a:p>
            <a:pPr lvl="1"/>
            <a:r>
              <a:rPr lang="ko-KR" altLang="en-US" dirty="0" smtClean="0"/>
              <a:t>정답 시 맞춘 </a:t>
            </a:r>
            <a:r>
              <a:rPr lang="ko-KR" altLang="en-US" dirty="0"/>
              <a:t>사람이 출제자가 되고</a:t>
            </a:r>
            <a:r>
              <a:rPr lang="en-US" altLang="ko-KR" dirty="0"/>
              <a:t>,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smtClean="0"/>
              <a:t>다시 </a:t>
            </a:r>
            <a:r>
              <a:rPr lang="ko-KR" altLang="en-US"/>
              <a:t>주제어 선택 화면으로 전환</a:t>
            </a:r>
          </a:p>
          <a:p>
            <a:pPr lvl="1"/>
            <a:r>
              <a:rPr lang="ko-KR" altLang="en-US" dirty="0"/>
              <a:t>다음 라운드 </a:t>
            </a:r>
            <a:r>
              <a:rPr lang="ko-KR" altLang="en-US" dirty="0" smtClean="0"/>
              <a:t>시작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ko-KR" altLang="en-US" dirty="0" smtClean="0"/>
              <a:t>점수 획득 방법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문제를 맞춘 참가자는 </a:t>
            </a:r>
            <a:r>
              <a:rPr lang="en-US" altLang="ko-KR" dirty="0" smtClean="0"/>
              <a:t>OO</a:t>
            </a:r>
            <a:r>
              <a:rPr lang="ko-KR" altLang="en-US" smtClean="0"/>
              <a:t>점의 점수 획득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1</a:t>
            </a:r>
            <a:r>
              <a:rPr lang="ko-KR" altLang="en-US" smtClean="0"/>
              <a:t>분의 그림 그리기 제한 시간동안 맞춘 사람이 있는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획득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맞춘 사람이 없는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감점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5</a:t>
            </a:r>
            <a:r>
              <a:rPr lang="ko-KR" altLang="en-US" smtClean="0"/>
              <a:t>라운드 이후 각 인원 점수를 합산하여 </a:t>
            </a:r>
            <a:r>
              <a:rPr lang="en-US" altLang="ko-KR" dirty="0" smtClean="0"/>
              <a:t>1~3</a:t>
            </a:r>
            <a:r>
              <a:rPr lang="ko-KR" altLang="en-US" smtClean="0"/>
              <a:t>등 표시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081" y="1767433"/>
            <a:ext cx="8684419" cy="4884986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884420" y="2488367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0" y="6715588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  <a:r>
              <a:rPr lang="ko-KR" altLang="en-US" b="1" smtClean="0">
                <a:solidFill>
                  <a:schemeClr val="tx1"/>
                </a:solidFill>
              </a:rPr>
              <a:t>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출제자 화면에 제시어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제한 시간 설정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현재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분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(260420)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4/20 </a:t>
            </a:r>
            <a:r>
              <a:rPr lang="ko-KR" altLang="en-US" b="1" smtClean="0">
                <a:solidFill>
                  <a:schemeClr val="tx1"/>
                </a:solidFill>
              </a:rPr>
              <a:t>월 오후 한시반 팀별 영상 제작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 이름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팀원 소개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프로젝트 주제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목표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팀워크 모습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재밌는</a:t>
            </a:r>
            <a:r>
              <a:rPr lang="ko-KR" altLang="en-US" b="1" dirty="0" smtClean="0">
                <a:solidFill>
                  <a:schemeClr val="tx1"/>
                </a:solidFill>
              </a:rPr>
              <a:t> 요소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753764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</a:t>
            </a:r>
            <a:r>
              <a:rPr lang="ko-KR" altLang="en-US" b="1" dirty="0" smtClean="0">
                <a:solidFill>
                  <a:schemeClr val="tx1"/>
                </a:solidFill>
              </a:rPr>
              <a:t>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260421)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</a:t>
            </a:r>
            <a:r>
              <a:rPr lang="ko-KR" altLang="en-US" b="1" smtClean="0">
                <a:solidFill>
                  <a:schemeClr val="tx1"/>
                </a:solidFill>
              </a:rPr>
              <a:t>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포스터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 영상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결과보고서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smtClean="0">
                <a:solidFill>
                  <a:schemeClr val="tx1"/>
                </a:solidFill>
              </a:rPr>
              <a:t>결과 파일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981732" y="6395112"/>
            <a:ext cx="4686663" cy="3357592"/>
            <a:chOff x="1791517" y="3831739"/>
            <a:chExt cx="4686663" cy="3357592"/>
          </a:xfrm>
        </p:grpSpPr>
        <p:sp>
          <p:nvSpPr>
            <p:cNvPr id="7" name="TextBox 6"/>
            <p:cNvSpPr txBox="1"/>
            <p:nvPr/>
          </p:nvSpPr>
          <p:spPr>
            <a:xfrm>
              <a:off x="1932617" y="3831739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grpSp>
          <p:nvGrpSpPr>
            <p:cNvPr id="3" name="그룹 2"/>
            <p:cNvGrpSpPr/>
            <p:nvPr/>
          </p:nvGrpSpPr>
          <p:grpSpPr>
            <a:xfrm>
              <a:off x="1791517" y="4256661"/>
              <a:ext cx="4686663" cy="2932670"/>
              <a:chOff x="2701219" y="4256661"/>
              <a:chExt cx="3776960" cy="2932670"/>
            </a:xfrm>
          </p:grpSpPr>
          <p:sp>
            <p:nvSpPr>
              <p:cNvPr id="11" name="직사각형 10"/>
              <p:cNvSpPr/>
              <p:nvPr/>
            </p:nvSpPr>
            <p:spPr>
              <a:xfrm>
                <a:off x="2718566" y="4256661"/>
                <a:ext cx="3759613" cy="292608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12" name="직선 연결선 11"/>
              <p:cNvCxnSpPr/>
              <p:nvPr/>
            </p:nvCxnSpPr>
            <p:spPr>
              <a:xfrm>
                <a:off x="4432618" y="5998726"/>
                <a:ext cx="0" cy="1190605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/>
              <p:cNvCxnSpPr>
                <a:stCxn id="11" idx="3"/>
                <a:endCxn id="11" idx="1"/>
              </p:cNvCxnSpPr>
              <p:nvPr/>
            </p:nvCxnSpPr>
            <p:spPr>
              <a:xfrm flipH="1">
                <a:off x="2718566" y="5719701"/>
                <a:ext cx="3759613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588167" y="4342784"/>
                <a:ext cx="11945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출제자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smtClean="0"/>
                  <a:t>점수</a:t>
                </a:r>
                <a:r>
                  <a:rPr lang="en-US" altLang="ko-KR" sz="1400" b="1" dirty="0" smtClean="0"/>
                  <a:t>)</a:t>
                </a:r>
                <a:endParaRPr lang="ko-KR" altLang="en-US" sz="1400" b="1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2982539" y="599872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1</a:t>
                </a:r>
                <a:r>
                  <a:rPr lang="en-US" altLang="ko-KR" sz="1400" b="1" dirty="0"/>
                  <a:t> 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782725" y="598038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2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2719009" y="4256662"/>
                <a:ext cx="774889" cy="146957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2701219" y="5714460"/>
                <a:ext cx="8556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b="1" dirty="0" smtClean="0"/>
                  <a:t>남은 시간</a:t>
                </a:r>
                <a:endParaRPr lang="ko-KR" altLang="en-US" sz="1400" b="1" dirty="0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2809861" y="4430924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라운드</a:t>
                </a:r>
                <a:endParaRPr lang="ko-KR" altLang="en-US" sz="1400" b="1" dirty="0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2809861" y="5022931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캐릭터</a:t>
                </a:r>
                <a:endParaRPr lang="ko-KR" altLang="en-US" sz="1400" b="1" dirty="0"/>
              </a:p>
            </p:txBody>
          </p:sp>
        </p:grpSp>
        <p:cxnSp>
          <p:nvCxnSpPr>
            <p:cNvPr id="22" name="직선 연결선 21"/>
            <p:cNvCxnSpPr/>
            <p:nvPr/>
          </p:nvCxnSpPr>
          <p:spPr>
            <a:xfrm flipH="1">
              <a:off x="1803678" y="5980386"/>
              <a:ext cx="466513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126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1866</TotalTime>
  <Words>1062</Words>
  <Application>Microsoft Office PowerPoint</Application>
  <PresentationFormat>사용자 지정</PresentationFormat>
  <Paragraphs>251</Paragraphs>
  <Slides>16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120</cp:revision>
  <dcterms:created xsi:type="dcterms:W3CDTF">2022-12-09T16:47:26Z</dcterms:created>
  <dcterms:modified xsi:type="dcterms:W3CDTF">2026-04-21T00:08:16Z</dcterms:modified>
</cp:coreProperties>
</file>