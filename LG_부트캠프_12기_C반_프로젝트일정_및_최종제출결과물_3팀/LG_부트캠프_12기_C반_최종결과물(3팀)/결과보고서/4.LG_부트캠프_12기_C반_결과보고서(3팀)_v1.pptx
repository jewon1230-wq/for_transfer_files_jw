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7" r:id="rId2"/>
    <p:sldId id="258" r:id="rId3"/>
    <p:sldId id="259" r:id="rId4"/>
    <p:sldId id="266" r:id="rId5"/>
    <p:sldId id="267" r:id="rId6"/>
    <p:sldId id="277" r:id="rId7"/>
    <p:sldId id="278" r:id="rId8"/>
    <p:sldId id="269" r:id="rId9"/>
    <p:sldId id="271" r:id="rId10"/>
    <p:sldId id="272" r:id="rId11"/>
    <p:sldId id="274" r:id="rId12"/>
    <p:sldId id="275" r:id="rId13"/>
    <p:sldId id="276" r:id="rId14"/>
    <p:sldId id="270" r:id="rId15"/>
    <p:sldId id="273" r:id="rId16"/>
    <p:sldId id="268" r:id="rId17"/>
    <p:sldId id="260" r:id="rId18"/>
    <p:sldId id="261" r:id="rId19"/>
    <p:sldId id="262" r:id="rId20"/>
    <p:sldId id="263" r:id="rId21"/>
    <p:sldId id="264" r:id="rId22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</a:t>
            </a:r>
            <a:r>
              <a:rPr lang="ko-KR" altLang="en-US" b="1" smtClean="0">
                <a:solidFill>
                  <a:schemeClr val="tx1"/>
                </a:solidFill>
              </a:rPr>
              <a:t>오후 한시반 팀별 </a:t>
            </a:r>
            <a:r>
              <a:rPr lang="ko-KR" altLang="en-US" b="1" smtClean="0">
                <a:solidFill>
                  <a:schemeClr val="tx1"/>
                </a:solidFill>
              </a:rPr>
              <a:t>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</TotalTime>
  <Words>1033</Words>
  <Application>Microsoft Office PowerPoint</Application>
  <PresentationFormat>사용자 지정</PresentationFormat>
  <Paragraphs>246</Paragraphs>
  <Slides>21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9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111</cp:revision>
  <dcterms:created xsi:type="dcterms:W3CDTF">2022-12-09T16:47:26Z</dcterms:created>
  <dcterms:modified xsi:type="dcterms:W3CDTF">2026-04-20T00:03:31Z</dcterms:modified>
</cp:coreProperties>
</file>