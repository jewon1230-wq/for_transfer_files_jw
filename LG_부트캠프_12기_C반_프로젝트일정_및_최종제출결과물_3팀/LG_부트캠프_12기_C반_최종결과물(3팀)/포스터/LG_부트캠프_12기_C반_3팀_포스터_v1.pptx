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2" r:id="rId2"/>
    <p:sldId id="264" r:id="rId3"/>
  </p:sldIdLst>
  <p:sldSz cx="11315700" cy="16002000"/>
  <p:notesSz cx="6858000" cy="9144000"/>
  <p:embeddedFontLst>
    <p:embeddedFont>
      <p:font typeface="LG스마트체2.0 Bold" panose="020B0600000101010101" pitchFamily="50" charset="-127"/>
      <p:bold r:id="rId4"/>
    </p:embeddedFont>
    <p:embeddedFont>
      <p:font typeface="LG스마트체2.0 Light" panose="020B0600000101010101" pitchFamily="50" charset="-127"/>
      <p:regular r:id="rId5"/>
    </p:embeddedFont>
    <p:embeddedFont>
      <p:font typeface="LG스마트체2.0 Regular" panose="020B0600000101010101" pitchFamily="50" charset="-127"/>
      <p:regular r:id="rId6"/>
    </p:embeddedFont>
    <p:embeddedFont>
      <p:font typeface="LG스마트체2.0 SemiBold" panose="020B0600000101010101" pitchFamily="50" charset="-127"/>
      <p:bold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376" userDrawn="1">
          <p15:clr>
            <a:srgbClr val="A4A3A4"/>
          </p15:clr>
        </p15:guide>
        <p15:guide id="2" pos="35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D5D"/>
    <a:srgbClr val="FF8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3198" y="84"/>
      </p:cViewPr>
      <p:guideLst>
        <p:guide orient="horz" pos="5376"/>
        <p:guide pos="35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55D75-A870-E7E2-9497-94DD2C3DD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2D20FDF9-3FDC-3464-B1A2-AB70B7D53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36800"/>
            <a:ext cx="11315700" cy="977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470186B-C29E-4641-71EC-3CEB5DB15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5400"/>
            <a:ext cx="11315700" cy="20828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15A577C0-F53A-205C-7EF8-9E6B00188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023100" y="0"/>
            <a:ext cx="4292600" cy="2063604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6788A51-3629-EB7C-AA0F-8BC371558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0" y="-12700"/>
            <a:ext cx="3962400" cy="2063604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EF6D3F97-2E47-A21F-D292-FD17F3534211}"/>
              </a:ext>
            </a:extLst>
          </p:cNvPr>
          <p:cNvSpPr txBox="1"/>
          <p:nvPr/>
        </p:nvSpPr>
        <p:spPr>
          <a:xfrm>
            <a:off x="3022600" y="15379700"/>
            <a:ext cx="5283200" cy="330200"/>
          </a:xfrm>
          <a:prstGeom prst="rect">
            <a:avLst/>
          </a:prstGeom>
        </p:spPr>
        <p:txBody>
          <a:bodyPr lIns="0" tIns="2370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866" b="1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LG ELECTRONICS</a:t>
            </a:r>
            <a:endParaRPr lang="en-US" sz="1866" b="1" i="0" u="none" strike="noStrike" dirty="0">
              <a:solidFill>
                <a:srgbClr val="FAFAFA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  <a:cs typeface="Montserrat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8805F28-AFA8-83BD-A8C3-D2EF85351943}"/>
              </a:ext>
            </a:extLst>
          </p:cNvPr>
          <p:cNvSpPr txBox="1"/>
          <p:nvPr/>
        </p:nvSpPr>
        <p:spPr>
          <a:xfrm>
            <a:off x="736600" y="533400"/>
            <a:ext cx="9829800" cy="1384300"/>
          </a:xfrm>
          <a:prstGeom prst="rect">
            <a:avLst/>
          </a:prstGeom>
        </p:spPr>
        <p:txBody>
          <a:bodyPr lIns="0" tIns="115146" rIns="0" bIns="0" rtlCol="0" anchor="t"/>
          <a:lstStyle/>
          <a:p>
            <a:pPr lvl="0" algn="ctr">
              <a:lnSpc>
                <a:spcPct val="83000"/>
              </a:lnSpc>
            </a:pPr>
            <a:r>
              <a:rPr lang="ko-KR" altLang="en-US" sz="4533" b="0" i="0" u="none" strike="noStrike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캐치마인드</a:t>
            </a:r>
            <a:endParaRPr lang="en-US" sz="4533" b="0" i="0" u="none" strike="noStrike" dirty="0">
              <a:solidFill>
                <a:srgbClr val="FAFAFA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Montserrat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F0ADFAC-7038-99E1-D0CE-E8E980CAD03D}"/>
              </a:ext>
            </a:extLst>
          </p:cNvPr>
          <p:cNvSpPr txBox="1"/>
          <p:nvPr/>
        </p:nvSpPr>
        <p:spPr>
          <a:xfrm>
            <a:off x="330200" y="1430020"/>
            <a:ext cx="10680700" cy="47498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400" dirty="0" err="1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쿵야</a:t>
            </a:r>
            <a:r>
              <a:rPr lang="ko-KR" altLang="en-US" sz="2400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 팀</a:t>
            </a:r>
            <a:r>
              <a:rPr lang="en-US" altLang="ko-KR" sz="2400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(</a:t>
            </a:r>
            <a:r>
              <a:rPr lang="ko-KR" altLang="en-US" sz="2400" b="0" i="0" u="none" strike="noStrike" dirty="0" err="1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엄제원</a:t>
            </a:r>
            <a:r>
              <a:rPr lang="en-US" altLang="ko-KR" sz="2400" b="0" i="0" u="none" strike="noStrike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2400" b="0" i="0" u="none" strike="noStrike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이경환</a:t>
            </a:r>
            <a:r>
              <a:rPr lang="en-US" altLang="ko-KR" sz="2400" b="0" i="0" u="none" strike="noStrike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2400" b="0" i="0" u="none" strike="noStrike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윤지원</a:t>
            </a:r>
            <a:r>
              <a:rPr lang="en-US" altLang="ko-KR" sz="2400" b="0" i="0" u="none" strike="noStrike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)</a:t>
            </a:r>
            <a:endParaRPr lang="en-US" sz="2400" b="0" i="0" u="none" strike="noStrike" dirty="0">
              <a:solidFill>
                <a:srgbClr val="FAFAF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Work Sans Regular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1FFA26B-950B-EFD4-2F2A-7AED26D74FF4}"/>
              </a:ext>
            </a:extLst>
          </p:cNvPr>
          <p:cNvGrpSpPr/>
          <p:nvPr/>
        </p:nvGrpSpPr>
        <p:grpSpPr>
          <a:xfrm>
            <a:off x="330200" y="5150474"/>
            <a:ext cx="10655300" cy="1003300"/>
            <a:chOff x="330200" y="7461250"/>
            <a:chExt cx="10655300" cy="1003300"/>
          </a:xfrm>
        </p:grpSpPr>
        <p:pic>
          <p:nvPicPr>
            <p:cNvPr id="51" name="Picture 11">
              <a:extLst>
                <a:ext uri="{FF2B5EF4-FFF2-40B4-BE49-F238E27FC236}">
                  <a16:creationId xmlns:a16="http://schemas.microsoft.com/office/drawing/2014/main" id="{4D3D21DF-8BD7-B280-BC60-6F6AAEE8E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4700" y="7588250"/>
              <a:ext cx="10210800" cy="736600"/>
            </a:xfrm>
            <a:prstGeom prst="rect">
              <a:avLst/>
            </a:prstGeom>
          </p:spPr>
        </p:pic>
        <p:pic>
          <p:nvPicPr>
            <p:cNvPr id="52" name="Picture 14">
              <a:extLst>
                <a:ext uri="{FF2B5EF4-FFF2-40B4-BE49-F238E27FC236}">
                  <a16:creationId xmlns:a16="http://schemas.microsoft.com/office/drawing/2014/main" id="{EF78D462-A79D-9338-0183-17FA4F484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0200" y="7461250"/>
              <a:ext cx="1003300" cy="1003300"/>
            </a:xfrm>
            <a:prstGeom prst="rect">
              <a:avLst/>
            </a:prstGeom>
          </p:spPr>
        </p:pic>
        <p:sp>
          <p:nvSpPr>
            <p:cNvPr id="53" name="TextBox 23">
              <a:extLst>
                <a:ext uri="{FF2B5EF4-FFF2-40B4-BE49-F238E27FC236}">
                  <a16:creationId xmlns:a16="http://schemas.microsoft.com/office/drawing/2014/main" id="{FBF01A63-D6D7-E85B-F360-EB9D25D23BAC}"/>
                </a:ext>
              </a:extLst>
            </p:cNvPr>
            <p:cNvSpPr txBox="1"/>
            <p:nvPr/>
          </p:nvSpPr>
          <p:spPr>
            <a:xfrm>
              <a:off x="1549400" y="7677150"/>
              <a:ext cx="3028950" cy="571500"/>
            </a:xfrm>
            <a:prstGeom prst="rect">
              <a:avLst/>
            </a:prstGeom>
          </p:spPr>
          <p:txBody>
            <a:bodyPr lIns="0" tIns="40640" rIns="0" bIns="0" rtlCol="0" anchor="t"/>
            <a:lstStyle/>
            <a:p>
              <a:pPr lvl="0">
                <a:lnSpc>
                  <a:spcPct val="99600"/>
                </a:lnSpc>
              </a:pPr>
              <a:r>
                <a:rPr lang="ko-KR" altLang="en-US" sz="3200" b="0" i="0" u="none" strike="noStrike" dirty="0">
                  <a:solidFill>
                    <a:srgbClr val="FAFAFA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Montserrat Bold"/>
                </a:rPr>
                <a:t>게임 방식</a:t>
              </a:r>
              <a:endParaRPr lang="en-US" sz="3200" b="0" i="0" u="none" strike="noStrike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endParaRPr>
            </a:p>
          </p:txBody>
        </p:sp>
        <p:sp>
          <p:nvSpPr>
            <p:cNvPr id="54" name="TextBox 26">
              <a:extLst>
                <a:ext uri="{FF2B5EF4-FFF2-40B4-BE49-F238E27FC236}">
                  <a16:creationId xmlns:a16="http://schemas.microsoft.com/office/drawing/2014/main" id="{0F8CD5A3-792B-E2DB-FD20-7B0DB1B06B28}"/>
                </a:ext>
              </a:extLst>
            </p:cNvPr>
            <p:cNvSpPr txBox="1"/>
            <p:nvPr/>
          </p:nvSpPr>
          <p:spPr>
            <a:xfrm>
              <a:off x="546100" y="7689850"/>
              <a:ext cx="584200" cy="571500"/>
            </a:xfrm>
            <a:prstGeom prst="rect">
              <a:avLst/>
            </a:prstGeom>
          </p:spPr>
          <p:txBody>
            <a:bodyPr lIns="0" tIns="4064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3200" b="0" i="0" u="none" strike="noStrike" dirty="0">
                  <a:solidFill>
                    <a:srgbClr val="FAFAFA"/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  <a:cs typeface="Montserrat Bold"/>
                </a:rPr>
                <a:t>02</a:t>
              </a:r>
              <a:endParaRPr lang="en-US" sz="3200" b="0" i="0" u="none" strike="noStrike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03777D05-6517-BD91-283E-F0357F68D4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751" y="7030896"/>
            <a:ext cx="4320000" cy="251123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154CA76-FE46-7222-FEE3-9A3E44EFEA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1" y="11396200"/>
            <a:ext cx="4320000" cy="249524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2E7BBF6-C629-2871-3B9B-0639440DA9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751" y="11393276"/>
            <a:ext cx="4320000" cy="2517895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A2F01359-AA0D-F277-0D5F-7A6215529D3A}"/>
              </a:ext>
            </a:extLst>
          </p:cNvPr>
          <p:cNvSpPr/>
          <p:nvPr/>
        </p:nvSpPr>
        <p:spPr>
          <a:xfrm>
            <a:off x="6252751" y="6415450"/>
            <a:ext cx="4320000" cy="64225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2. </a:t>
            </a:r>
            <a:r>
              <a:rPr lang="ko-KR" altLang="en-US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역할 선택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0618A1E9-C041-A2A8-6A02-F230D9E2A2D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1" y="7023725"/>
            <a:ext cx="4320000" cy="2529501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0C78F3F7-98D9-96F8-5625-40B039961C26}"/>
              </a:ext>
            </a:extLst>
          </p:cNvPr>
          <p:cNvSpPr/>
          <p:nvPr/>
        </p:nvSpPr>
        <p:spPr>
          <a:xfrm>
            <a:off x="749301" y="6417411"/>
            <a:ext cx="4320000" cy="64225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1. </a:t>
            </a:r>
            <a:r>
              <a:rPr lang="ko-KR" altLang="en-US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타이틀 화면</a:t>
            </a:r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6C4D3F35-C975-5ED1-CF75-C715D3B8C3A8}"/>
              </a:ext>
            </a:extLst>
          </p:cNvPr>
          <p:cNvSpPr txBox="1"/>
          <p:nvPr/>
        </p:nvSpPr>
        <p:spPr>
          <a:xfrm>
            <a:off x="6259102" y="9567400"/>
            <a:ext cx="4320000" cy="872000"/>
          </a:xfrm>
          <a:prstGeom prst="rect">
            <a:avLst/>
          </a:prstGeom>
        </p:spPr>
        <p:txBody>
          <a:bodyPr lIns="0" tIns="30480" rIns="0" bIns="0" rtlCol="0" anchor="ctr"/>
          <a:lstStyle/>
          <a:p>
            <a:pPr marL="342900" lvl="0" indent="-342900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spc="-1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모든 플레이어 준비 완료 시 역할 선택</a:t>
            </a:r>
            <a:endParaRPr lang="en-US" altLang="ko-KR" sz="2000" spc="-1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342900" lvl="0" indent="-342900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출제자</a:t>
            </a:r>
            <a:r>
              <a:rPr lang="en-US" altLang="ko-KR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(Drawer) / </a:t>
            </a: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참가자</a:t>
            </a:r>
            <a:r>
              <a:rPr lang="en-US" altLang="ko-KR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(Challenger) 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2B52314-AE95-6E21-BBD2-700BADAB7868}"/>
              </a:ext>
            </a:extLst>
          </p:cNvPr>
          <p:cNvSpPr/>
          <p:nvPr/>
        </p:nvSpPr>
        <p:spPr>
          <a:xfrm>
            <a:off x="6252751" y="10751021"/>
            <a:ext cx="4320000" cy="64225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4. </a:t>
            </a:r>
            <a:r>
              <a:rPr lang="ko-KR" altLang="en-US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주제어 선택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854BD0F-DE13-CD1B-73E3-F2257386F96D}"/>
              </a:ext>
            </a:extLst>
          </p:cNvPr>
          <p:cNvSpPr/>
          <p:nvPr/>
        </p:nvSpPr>
        <p:spPr>
          <a:xfrm>
            <a:off x="749301" y="10771297"/>
            <a:ext cx="4320000" cy="621979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3. </a:t>
            </a:r>
            <a:r>
              <a:rPr lang="ko-KR" altLang="en-US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카테고리 선택</a:t>
            </a:r>
          </a:p>
        </p:txBody>
      </p:sp>
      <p:sp>
        <p:nvSpPr>
          <p:cNvPr id="61" name="TextBox 18">
            <a:extLst>
              <a:ext uri="{FF2B5EF4-FFF2-40B4-BE49-F238E27FC236}">
                <a16:creationId xmlns:a16="http://schemas.microsoft.com/office/drawing/2014/main" id="{B1D4281E-404E-9A63-E02D-74D808695E5F}"/>
              </a:ext>
            </a:extLst>
          </p:cNvPr>
          <p:cNvSpPr txBox="1"/>
          <p:nvPr/>
        </p:nvSpPr>
        <p:spPr>
          <a:xfrm>
            <a:off x="749301" y="9567400"/>
            <a:ext cx="4320000" cy="872000"/>
          </a:xfrm>
          <a:prstGeom prst="rect">
            <a:avLst/>
          </a:prstGeom>
        </p:spPr>
        <p:txBody>
          <a:bodyPr lIns="0" tIns="30480" rIns="0" bIns="0" rtlCol="0" anchor="ctr"/>
          <a:lstStyle/>
          <a:p>
            <a:pPr marL="342900" lvl="0" indent="-342900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게임 시작을 눌러 준비 완료</a:t>
            </a:r>
            <a:endParaRPr lang="en-US" altLang="ko-KR" sz="20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sp>
        <p:nvSpPr>
          <p:cNvPr id="64" name="TextBox 18">
            <a:extLst>
              <a:ext uri="{FF2B5EF4-FFF2-40B4-BE49-F238E27FC236}">
                <a16:creationId xmlns:a16="http://schemas.microsoft.com/office/drawing/2014/main" id="{C4C2D9C1-5BAB-E445-4D08-0029A732736E}"/>
              </a:ext>
            </a:extLst>
          </p:cNvPr>
          <p:cNvSpPr txBox="1"/>
          <p:nvPr/>
        </p:nvSpPr>
        <p:spPr>
          <a:xfrm>
            <a:off x="6259102" y="13910800"/>
            <a:ext cx="4320000" cy="872000"/>
          </a:xfrm>
          <a:prstGeom prst="rect">
            <a:avLst/>
          </a:prstGeom>
        </p:spPr>
        <p:txBody>
          <a:bodyPr lIns="0" tIns="30480" rIns="0" bIns="0" rtlCol="0" anchor="ctr"/>
          <a:lstStyle/>
          <a:p>
            <a:pPr marL="342900" lvl="0" indent="-342900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선택한 카테고리 내 단어 목록 중 하나의 단어를 선택</a:t>
            </a:r>
            <a:endParaRPr lang="en-US" altLang="ko-KR" sz="20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sp>
        <p:nvSpPr>
          <p:cNvPr id="65" name="TextBox 18">
            <a:extLst>
              <a:ext uri="{FF2B5EF4-FFF2-40B4-BE49-F238E27FC236}">
                <a16:creationId xmlns:a16="http://schemas.microsoft.com/office/drawing/2014/main" id="{F1DA0191-ED85-3D9E-B7BA-C68BDBE5C862}"/>
              </a:ext>
            </a:extLst>
          </p:cNvPr>
          <p:cNvSpPr txBox="1"/>
          <p:nvPr/>
        </p:nvSpPr>
        <p:spPr>
          <a:xfrm>
            <a:off x="749301" y="13910800"/>
            <a:ext cx="4320000" cy="872000"/>
          </a:xfrm>
          <a:prstGeom prst="rect">
            <a:avLst/>
          </a:prstGeom>
        </p:spPr>
        <p:txBody>
          <a:bodyPr lIns="0" tIns="30480" rIns="0" bIns="0" rtlCol="0" anchor="ctr"/>
          <a:lstStyle/>
          <a:p>
            <a:pPr marL="342900" lvl="0" indent="-342900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출제자가 문제 카테고리 선택</a:t>
            </a:r>
            <a:endParaRPr lang="en-US" altLang="ko-KR" sz="20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08261D8-A230-C6A4-689A-09B785187264}"/>
              </a:ext>
            </a:extLst>
          </p:cNvPr>
          <p:cNvGrpSpPr/>
          <p:nvPr/>
        </p:nvGrpSpPr>
        <p:grpSpPr>
          <a:xfrm>
            <a:off x="330200" y="2089149"/>
            <a:ext cx="10655300" cy="1003300"/>
            <a:chOff x="330200" y="7461250"/>
            <a:chExt cx="10655300" cy="1003300"/>
          </a:xfrm>
        </p:grpSpPr>
        <p:pic>
          <p:nvPicPr>
            <p:cNvPr id="79" name="Picture 11">
              <a:extLst>
                <a:ext uri="{FF2B5EF4-FFF2-40B4-BE49-F238E27FC236}">
                  <a16:creationId xmlns:a16="http://schemas.microsoft.com/office/drawing/2014/main" id="{B3D9E323-B36A-CE58-1CE0-58E311179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4700" y="7588250"/>
              <a:ext cx="10210800" cy="736600"/>
            </a:xfrm>
            <a:prstGeom prst="rect">
              <a:avLst/>
            </a:prstGeom>
          </p:spPr>
        </p:pic>
        <p:pic>
          <p:nvPicPr>
            <p:cNvPr id="80" name="Picture 14">
              <a:extLst>
                <a:ext uri="{FF2B5EF4-FFF2-40B4-BE49-F238E27FC236}">
                  <a16:creationId xmlns:a16="http://schemas.microsoft.com/office/drawing/2014/main" id="{B8724A59-3DD3-EF67-FD8E-89981D62C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0200" y="7461250"/>
              <a:ext cx="1003300" cy="1003300"/>
            </a:xfrm>
            <a:prstGeom prst="rect">
              <a:avLst/>
            </a:prstGeom>
          </p:spPr>
        </p:pic>
        <p:sp>
          <p:nvSpPr>
            <p:cNvPr id="81" name="TextBox 23">
              <a:extLst>
                <a:ext uri="{FF2B5EF4-FFF2-40B4-BE49-F238E27FC236}">
                  <a16:creationId xmlns:a16="http://schemas.microsoft.com/office/drawing/2014/main" id="{99C48F51-E11C-0AAF-906F-747B81DEA4FA}"/>
                </a:ext>
              </a:extLst>
            </p:cNvPr>
            <p:cNvSpPr txBox="1"/>
            <p:nvPr/>
          </p:nvSpPr>
          <p:spPr>
            <a:xfrm>
              <a:off x="1549400" y="7677150"/>
              <a:ext cx="3028950" cy="571500"/>
            </a:xfrm>
            <a:prstGeom prst="rect">
              <a:avLst/>
            </a:prstGeom>
          </p:spPr>
          <p:txBody>
            <a:bodyPr lIns="0" tIns="40640" rIns="0" bIns="0" rtlCol="0" anchor="t"/>
            <a:lstStyle/>
            <a:p>
              <a:pPr lvl="0">
                <a:lnSpc>
                  <a:spcPct val="99600"/>
                </a:lnSpc>
              </a:pPr>
              <a:r>
                <a:rPr lang="ko-KR" altLang="en-US" sz="3200" b="0" i="0" u="none" strike="noStrike" dirty="0">
                  <a:solidFill>
                    <a:srgbClr val="FAFAFA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Montserrat Bold"/>
                </a:rPr>
                <a:t>프로젝트 개요</a:t>
              </a:r>
              <a:endParaRPr lang="en-US" sz="3200" b="0" i="0" u="none" strike="noStrike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endParaRPr>
            </a:p>
          </p:txBody>
        </p:sp>
        <p:sp>
          <p:nvSpPr>
            <p:cNvPr id="82" name="TextBox 26">
              <a:extLst>
                <a:ext uri="{FF2B5EF4-FFF2-40B4-BE49-F238E27FC236}">
                  <a16:creationId xmlns:a16="http://schemas.microsoft.com/office/drawing/2014/main" id="{0353E23B-ED01-89A5-48F6-08483F0AE3D3}"/>
                </a:ext>
              </a:extLst>
            </p:cNvPr>
            <p:cNvSpPr txBox="1"/>
            <p:nvPr/>
          </p:nvSpPr>
          <p:spPr>
            <a:xfrm>
              <a:off x="546100" y="7689850"/>
              <a:ext cx="584200" cy="571500"/>
            </a:xfrm>
            <a:prstGeom prst="rect">
              <a:avLst/>
            </a:prstGeom>
          </p:spPr>
          <p:txBody>
            <a:bodyPr lIns="0" tIns="4064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3200" b="0" i="0" u="none" strike="noStrike" dirty="0">
                  <a:solidFill>
                    <a:srgbClr val="FAFAFA"/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  <a:cs typeface="Montserrat Bold"/>
                </a:rPr>
                <a:t>01</a:t>
              </a:r>
              <a:endParaRPr lang="en-US" sz="3200" b="0" i="0" u="none" strike="noStrike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endParaRPr>
            </a:p>
          </p:txBody>
        </p:sp>
      </p:grpSp>
      <p:sp>
        <p:nvSpPr>
          <p:cNvPr id="83" name="TextBox 18">
            <a:extLst>
              <a:ext uri="{FF2B5EF4-FFF2-40B4-BE49-F238E27FC236}">
                <a16:creationId xmlns:a16="http://schemas.microsoft.com/office/drawing/2014/main" id="{344B2D35-3967-D451-0DC6-F38839766F3E}"/>
              </a:ext>
            </a:extLst>
          </p:cNvPr>
          <p:cNvSpPr txBox="1"/>
          <p:nvPr/>
        </p:nvSpPr>
        <p:spPr>
          <a:xfrm>
            <a:off x="800100" y="3214726"/>
            <a:ext cx="10191750" cy="1509674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실시간 멀티보드 기반 그림 맞추기 게임</a:t>
            </a:r>
            <a:endParaRPr lang="en-US" altLang="ko-KR" sz="24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출제자 </a:t>
            </a:r>
            <a:r>
              <a:rPr lang="en-US" altLang="ko-KR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1</a:t>
            </a: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명 </a:t>
            </a:r>
            <a:r>
              <a:rPr lang="en-US" altLang="ko-KR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+ </a:t>
            </a: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도전자 </a:t>
            </a:r>
            <a:r>
              <a:rPr lang="en-US" altLang="ko-KR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2</a:t>
            </a: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명 구조</a:t>
            </a:r>
            <a:endParaRPr lang="en-US" altLang="ko-KR" sz="24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총 </a:t>
            </a:r>
            <a:r>
              <a:rPr lang="en-US" altLang="ko-KR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5</a:t>
            </a: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라운드</a:t>
            </a:r>
            <a:r>
              <a:rPr lang="en-US" altLang="ko-KR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, </a:t>
            </a: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라운드당 </a:t>
            </a:r>
            <a:r>
              <a:rPr lang="en-US" altLang="ko-KR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60</a:t>
            </a: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초 제한</a:t>
            </a:r>
            <a:endParaRPr lang="en-US" altLang="ko-KR" sz="24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카테고리 기반 단어 출제 </a:t>
            </a:r>
            <a:r>
              <a:rPr lang="en-US" altLang="ko-KR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(</a:t>
            </a: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동물</a:t>
            </a:r>
            <a:r>
              <a:rPr lang="en-US" altLang="ko-KR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, </a:t>
            </a: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음식 등 </a:t>
            </a:r>
            <a:r>
              <a:rPr lang="en-US" altLang="ko-KR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7</a:t>
            </a: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개의 카테고리</a:t>
            </a:r>
            <a:r>
              <a:rPr lang="en-US" altLang="ko-KR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)</a:t>
            </a:r>
            <a:r>
              <a:rPr lang="ko-KR" altLang="en-US" sz="24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 </a:t>
            </a:r>
            <a:endParaRPr lang="en-US" altLang="ko-KR" sz="24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1568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B632-D7D7-4C4B-837D-E110232D7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77EA1FEC-989D-004D-A66F-5FA5C7EF2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36800"/>
            <a:ext cx="11315700" cy="977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C322089-945F-B932-57EC-469054096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5400"/>
            <a:ext cx="11315700" cy="20828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6E3076F-0289-A6AA-3F1A-1D5586F78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023100" y="0"/>
            <a:ext cx="4292600" cy="2063604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AAE3310-62AD-AB79-3109-BFBC81ED7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0" y="-12700"/>
            <a:ext cx="3962400" cy="2063604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510CF916-86CF-EA9A-4A46-4A7666D00EBE}"/>
              </a:ext>
            </a:extLst>
          </p:cNvPr>
          <p:cNvSpPr txBox="1"/>
          <p:nvPr/>
        </p:nvSpPr>
        <p:spPr>
          <a:xfrm>
            <a:off x="3022600" y="15379700"/>
            <a:ext cx="5283200" cy="330200"/>
          </a:xfrm>
          <a:prstGeom prst="rect">
            <a:avLst/>
          </a:prstGeom>
        </p:spPr>
        <p:txBody>
          <a:bodyPr lIns="0" tIns="2370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866" b="1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LG ELECTRONICS</a:t>
            </a:r>
            <a:endParaRPr lang="en-US" sz="1866" b="1" i="0" u="none" strike="noStrike" dirty="0">
              <a:solidFill>
                <a:srgbClr val="FAFAFA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  <a:cs typeface="Montserrat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9A65C260-6D6F-8A7C-6927-BF1F918200E1}"/>
              </a:ext>
            </a:extLst>
          </p:cNvPr>
          <p:cNvSpPr txBox="1"/>
          <p:nvPr/>
        </p:nvSpPr>
        <p:spPr>
          <a:xfrm>
            <a:off x="736600" y="533400"/>
            <a:ext cx="9829800" cy="1384300"/>
          </a:xfrm>
          <a:prstGeom prst="rect">
            <a:avLst/>
          </a:prstGeom>
        </p:spPr>
        <p:txBody>
          <a:bodyPr lIns="0" tIns="115146" rIns="0" bIns="0" rtlCol="0" anchor="t"/>
          <a:lstStyle/>
          <a:p>
            <a:pPr lvl="0" algn="ctr">
              <a:lnSpc>
                <a:spcPct val="83000"/>
              </a:lnSpc>
            </a:pPr>
            <a:r>
              <a:rPr lang="ko-KR" altLang="en-US" sz="4533" b="0" i="0" u="none" strike="noStrike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캐치마인드</a:t>
            </a:r>
            <a:endParaRPr lang="en-US" sz="4533" b="0" i="0" u="none" strike="noStrike" dirty="0">
              <a:solidFill>
                <a:srgbClr val="FAFAFA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Montserrat Bold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A93174A-BC7C-D18A-DD76-532681ECE599}"/>
              </a:ext>
            </a:extLst>
          </p:cNvPr>
          <p:cNvGrpSpPr/>
          <p:nvPr/>
        </p:nvGrpSpPr>
        <p:grpSpPr>
          <a:xfrm>
            <a:off x="330200" y="2089149"/>
            <a:ext cx="10655300" cy="1003300"/>
            <a:chOff x="330200" y="7461250"/>
            <a:chExt cx="10655300" cy="1003300"/>
          </a:xfrm>
        </p:grpSpPr>
        <p:pic>
          <p:nvPicPr>
            <p:cNvPr id="51" name="Picture 11">
              <a:extLst>
                <a:ext uri="{FF2B5EF4-FFF2-40B4-BE49-F238E27FC236}">
                  <a16:creationId xmlns:a16="http://schemas.microsoft.com/office/drawing/2014/main" id="{8DAED0B2-1046-BB7F-6C65-8E34C341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4700" y="7588250"/>
              <a:ext cx="10210800" cy="736600"/>
            </a:xfrm>
            <a:prstGeom prst="rect">
              <a:avLst/>
            </a:prstGeom>
          </p:spPr>
        </p:pic>
        <p:pic>
          <p:nvPicPr>
            <p:cNvPr id="52" name="Picture 14">
              <a:extLst>
                <a:ext uri="{FF2B5EF4-FFF2-40B4-BE49-F238E27FC236}">
                  <a16:creationId xmlns:a16="http://schemas.microsoft.com/office/drawing/2014/main" id="{CBE7DCC5-5865-2254-5B36-4F205BB33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0200" y="7461250"/>
              <a:ext cx="1003300" cy="1003300"/>
            </a:xfrm>
            <a:prstGeom prst="rect">
              <a:avLst/>
            </a:prstGeom>
          </p:spPr>
        </p:pic>
        <p:sp>
          <p:nvSpPr>
            <p:cNvPr id="53" name="TextBox 23">
              <a:extLst>
                <a:ext uri="{FF2B5EF4-FFF2-40B4-BE49-F238E27FC236}">
                  <a16:creationId xmlns:a16="http://schemas.microsoft.com/office/drawing/2014/main" id="{8B1A20A7-1980-F1A4-F5BD-EE8BF4753AC9}"/>
                </a:ext>
              </a:extLst>
            </p:cNvPr>
            <p:cNvSpPr txBox="1"/>
            <p:nvPr/>
          </p:nvSpPr>
          <p:spPr>
            <a:xfrm>
              <a:off x="1549400" y="7677150"/>
              <a:ext cx="3028950" cy="571500"/>
            </a:xfrm>
            <a:prstGeom prst="rect">
              <a:avLst/>
            </a:prstGeom>
          </p:spPr>
          <p:txBody>
            <a:bodyPr lIns="0" tIns="40640" rIns="0" bIns="0" rtlCol="0" anchor="t"/>
            <a:lstStyle/>
            <a:p>
              <a:pPr lvl="0">
                <a:lnSpc>
                  <a:spcPct val="99600"/>
                </a:lnSpc>
              </a:pPr>
              <a:r>
                <a:rPr lang="ko-KR" altLang="en-US" sz="3200" b="0" i="0" u="none" strike="noStrike" dirty="0">
                  <a:solidFill>
                    <a:srgbClr val="FAFAFA"/>
                  </a:solidFill>
                  <a:latin typeface="LG스마트체2.0 SemiBold" panose="020B0600000101010101" pitchFamily="50" charset="-127"/>
                  <a:ea typeface="LG스마트체2.0 SemiBold" panose="020B0600000101010101" pitchFamily="50" charset="-127"/>
                  <a:cs typeface="Montserrat Bold"/>
                </a:rPr>
                <a:t>게임 방식</a:t>
              </a:r>
              <a:endParaRPr lang="en-US" sz="3200" b="0" i="0" u="none" strike="noStrike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endParaRPr>
            </a:p>
          </p:txBody>
        </p:sp>
        <p:sp>
          <p:nvSpPr>
            <p:cNvPr id="54" name="TextBox 26">
              <a:extLst>
                <a:ext uri="{FF2B5EF4-FFF2-40B4-BE49-F238E27FC236}">
                  <a16:creationId xmlns:a16="http://schemas.microsoft.com/office/drawing/2014/main" id="{7934B5D9-D759-4F68-BBB8-43682EA29A99}"/>
                </a:ext>
              </a:extLst>
            </p:cNvPr>
            <p:cNvSpPr txBox="1"/>
            <p:nvPr/>
          </p:nvSpPr>
          <p:spPr>
            <a:xfrm>
              <a:off x="546100" y="7689850"/>
              <a:ext cx="584200" cy="571500"/>
            </a:xfrm>
            <a:prstGeom prst="rect">
              <a:avLst/>
            </a:prstGeom>
          </p:spPr>
          <p:txBody>
            <a:bodyPr lIns="0" tIns="4064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3200" b="0" i="0" u="none" strike="noStrike" dirty="0">
                  <a:solidFill>
                    <a:srgbClr val="FAFAFA"/>
                  </a:solidFill>
                  <a:latin typeface="LG스마트체2.0 Bold" panose="020B0600000101010101" pitchFamily="50" charset="-127"/>
                  <a:ea typeface="LG스마트체2.0 Bold" panose="020B0600000101010101" pitchFamily="50" charset="-127"/>
                  <a:cs typeface="Montserrat Bold"/>
                </a:rPr>
                <a:t>02</a:t>
              </a:r>
              <a:endParaRPr lang="en-US" sz="3200" b="0" i="0" u="none" strike="noStrike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F997085-3427-5968-7D2A-EC8A76F05342}"/>
              </a:ext>
            </a:extLst>
          </p:cNvPr>
          <p:cNvSpPr/>
          <p:nvPr/>
        </p:nvSpPr>
        <p:spPr>
          <a:xfrm>
            <a:off x="6252751" y="3354125"/>
            <a:ext cx="4320000" cy="64225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6. </a:t>
            </a:r>
            <a:r>
              <a:rPr lang="ko-KR" altLang="en-US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게임 진행 화면 </a:t>
            </a:r>
            <a:r>
              <a:rPr lang="en-US" altLang="ko-KR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(</a:t>
            </a:r>
            <a:r>
              <a:rPr lang="ko-KR" altLang="en-US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출제자</a:t>
            </a:r>
            <a:r>
              <a:rPr lang="en-US" altLang="ko-KR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)</a:t>
            </a:r>
            <a:endParaRPr lang="ko-KR" altLang="en-US" sz="2400" dirty="0"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096684-F16E-DEB3-1921-D38CC15F9466}"/>
              </a:ext>
            </a:extLst>
          </p:cNvPr>
          <p:cNvSpPr/>
          <p:nvPr/>
        </p:nvSpPr>
        <p:spPr>
          <a:xfrm>
            <a:off x="749301" y="3356086"/>
            <a:ext cx="4320000" cy="64225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5. </a:t>
            </a:r>
            <a:r>
              <a:rPr lang="ko-KR" altLang="en-US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게임 진행 화면 </a:t>
            </a:r>
            <a:r>
              <a:rPr lang="en-US" altLang="ko-KR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(</a:t>
            </a:r>
            <a:r>
              <a:rPr lang="ko-KR" altLang="en-US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참가자</a:t>
            </a:r>
            <a:r>
              <a:rPr lang="en-US" altLang="ko-KR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)</a:t>
            </a:r>
            <a:endParaRPr lang="ko-KR" altLang="en-US" sz="2400" dirty="0"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4DE4F0BC-EC76-F705-4A21-BEED69A5D9EA}"/>
              </a:ext>
            </a:extLst>
          </p:cNvPr>
          <p:cNvSpPr txBox="1"/>
          <p:nvPr/>
        </p:nvSpPr>
        <p:spPr>
          <a:xfrm>
            <a:off x="6259102" y="6477000"/>
            <a:ext cx="4320000" cy="872000"/>
          </a:xfrm>
          <a:prstGeom prst="rect">
            <a:avLst/>
          </a:prstGeom>
        </p:spPr>
        <p:txBody>
          <a:bodyPr lIns="0" tIns="30480" rIns="0" bIns="0" rtlCol="0" anchor="ctr"/>
          <a:lstStyle/>
          <a:p>
            <a:pPr marL="342900" lvl="0" indent="-342900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캔버스에 그림을 그려 단어를 표현</a:t>
            </a:r>
            <a:endParaRPr lang="en-US" altLang="ko-KR" sz="20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342900" lvl="0" indent="-342900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참가자 답안 확인 후 정답 판정</a:t>
            </a:r>
            <a:endParaRPr lang="en-US" altLang="ko-KR" sz="20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sp>
        <p:nvSpPr>
          <p:cNvPr id="61" name="TextBox 18">
            <a:extLst>
              <a:ext uri="{FF2B5EF4-FFF2-40B4-BE49-F238E27FC236}">
                <a16:creationId xmlns:a16="http://schemas.microsoft.com/office/drawing/2014/main" id="{10564B36-68BE-5344-94BB-D0E9C444AA8C}"/>
              </a:ext>
            </a:extLst>
          </p:cNvPr>
          <p:cNvSpPr txBox="1"/>
          <p:nvPr/>
        </p:nvSpPr>
        <p:spPr>
          <a:xfrm>
            <a:off x="749301" y="6477000"/>
            <a:ext cx="4320000" cy="872000"/>
          </a:xfrm>
          <a:prstGeom prst="rect">
            <a:avLst/>
          </a:prstGeom>
        </p:spPr>
        <p:txBody>
          <a:bodyPr lIns="0" tIns="30480" rIns="0" bIns="0" rtlCol="0" anchor="ctr"/>
          <a:lstStyle/>
          <a:p>
            <a:pPr marL="342900" lvl="0" indent="-342900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출제자의 그림을 실시간으로 확인</a:t>
            </a:r>
            <a:endParaRPr lang="en-US" altLang="ko-KR" sz="20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342900" lvl="0" indent="-342900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입력창을 통해 정답 제출</a:t>
            </a:r>
            <a:endParaRPr lang="en-US" altLang="ko-KR" sz="20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sp>
        <p:nvSpPr>
          <p:cNvPr id="64" name="TextBox 18">
            <a:extLst>
              <a:ext uri="{FF2B5EF4-FFF2-40B4-BE49-F238E27FC236}">
                <a16:creationId xmlns:a16="http://schemas.microsoft.com/office/drawing/2014/main" id="{E683B23F-E72B-C201-63EA-BE36298869D4}"/>
              </a:ext>
            </a:extLst>
          </p:cNvPr>
          <p:cNvSpPr txBox="1"/>
          <p:nvPr/>
        </p:nvSpPr>
        <p:spPr>
          <a:xfrm>
            <a:off x="6280810" y="13493904"/>
            <a:ext cx="4320000" cy="872000"/>
          </a:xfrm>
          <a:prstGeom prst="rect">
            <a:avLst/>
          </a:prstGeom>
        </p:spPr>
        <p:txBody>
          <a:bodyPr lIns="0" tIns="30480" rIns="0" bIns="0" rtlCol="0" anchor="ctr"/>
          <a:lstStyle/>
          <a:p>
            <a:pPr marL="342900" lvl="0" indent="-342900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모든 라운드 종료 후 점수 확인</a:t>
            </a:r>
            <a:endParaRPr lang="en-US" altLang="ko-KR" sz="20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sp>
        <p:nvSpPr>
          <p:cNvPr id="65" name="TextBox 18">
            <a:extLst>
              <a:ext uri="{FF2B5EF4-FFF2-40B4-BE49-F238E27FC236}">
                <a16:creationId xmlns:a16="http://schemas.microsoft.com/office/drawing/2014/main" id="{A67F020A-BA96-99BF-BB28-40E8AD2B0F76}"/>
              </a:ext>
            </a:extLst>
          </p:cNvPr>
          <p:cNvSpPr txBox="1"/>
          <p:nvPr/>
        </p:nvSpPr>
        <p:spPr>
          <a:xfrm>
            <a:off x="771009" y="13682200"/>
            <a:ext cx="4320000" cy="872000"/>
          </a:xfrm>
          <a:prstGeom prst="rect">
            <a:avLst/>
          </a:prstGeom>
        </p:spPr>
        <p:txBody>
          <a:bodyPr lIns="0" tIns="30480" rIns="0" bIns="0" rtlCol="0" anchor="ctr"/>
          <a:lstStyle/>
          <a:p>
            <a:pPr lvl="0" algn="ctr">
              <a:lnSpc>
                <a:spcPct val="99600"/>
              </a:lnSpc>
            </a:pPr>
            <a:endParaRPr lang="en-US" altLang="ko-KR" sz="24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FD29E7-3F56-E906-8100-B93634EBE2C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990900"/>
            <a:ext cx="4320000" cy="24773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584C4A7-8064-344C-B66C-84C36FCC5DC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401" y="3956764"/>
            <a:ext cx="4320000" cy="25138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F46CBEC-8D4E-AE48-C0DD-32E620559C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08" y="10901325"/>
            <a:ext cx="4320000" cy="25481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A2C0010-6D08-4FCE-4927-1B2B635BFA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634" y="10894821"/>
            <a:ext cx="4320000" cy="2587563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2AC1C6EB-9818-8B0B-390A-35F88A95ED75}"/>
              </a:ext>
            </a:extLst>
          </p:cNvPr>
          <p:cNvSpPr/>
          <p:nvPr/>
        </p:nvSpPr>
        <p:spPr>
          <a:xfrm>
            <a:off x="6277634" y="10285221"/>
            <a:ext cx="4320000" cy="64225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8. </a:t>
            </a:r>
            <a:r>
              <a:rPr lang="ko-KR" altLang="en-US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게임 종료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7E272C3-9DC0-EC4E-1388-F474CC483FF5}"/>
              </a:ext>
            </a:extLst>
          </p:cNvPr>
          <p:cNvSpPr/>
          <p:nvPr/>
        </p:nvSpPr>
        <p:spPr>
          <a:xfrm>
            <a:off x="771009" y="10305497"/>
            <a:ext cx="4320000" cy="642255"/>
          </a:xfrm>
          <a:prstGeom prst="rect">
            <a:avLst/>
          </a:prstGeom>
          <a:solidFill>
            <a:srgbClr val="FF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7. </a:t>
            </a:r>
            <a:r>
              <a:rPr lang="ko-KR" altLang="en-US" sz="2400" dirty="0"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라운드 종료 </a:t>
            </a:r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57E610DD-EB93-1FC8-A652-31169A7C0F35}"/>
              </a:ext>
            </a:extLst>
          </p:cNvPr>
          <p:cNvSpPr txBox="1"/>
          <p:nvPr/>
        </p:nvSpPr>
        <p:spPr>
          <a:xfrm>
            <a:off x="750334" y="13493904"/>
            <a:ext cx="4320000" cy="872000"/>
          </a:xfrm>
          <a:prstGeom prst="rect">
            <a:avLst/>
          </a:prstGeom>
        </p:spPr>
        <p:txBody>
          <a:bodyPr lIns="0" tIns="30480" rIns="0" bIns="0" rtlCol="0" anchor="ctr"/>
          <a:lstStyle/>
          <a:p>
            <a:pPr marL="342900" lvl="0" indent="-342900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정답 성공</a:t>
            </a:r>
            <a:r>
              <a:rPr lang="en-US" altLang="ko-KR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: </a:t>
            </a: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다음 출제자 </a:t>
            </a:r>
            <a:r>
              <a:rPr lang="en-US" altLang="ko-KR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= </a:t>
            </a: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정답자</a:t>
            </a:r>
            <a:endParaRPr lang="en-US" altLang="ko-KR" sz="20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marL="342900" lvl="0" indent="-342900" algn="just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정답 실패</a:t>
            </a:r>
            <a:r>
              <a:rPr lang="en-US" altLang="ko-KR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: </a:t>
            </a:r>
            <a:r>
              <a:rPr lang="ko-KR" altLang="en-US" sz="2000" dirty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출제자 유지</a:t>
            </a:r>
            <a:endParaRPr lang="en-US" altLang="ko-KR" sz="2000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69A5ED-10E4-BD5A-4DB3-09F257491B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0" t="61641" r="10195" b="30201"/>
          <a:stretch>
            <a:fillRect/>
          </a:stretch>
        </p:blipFill>
        <p:spPr>
          <a:xfrm>
            <a:off x="971550" y="7771127"/>
            <a:ext cx="9410700" cy="801518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F0B49F5C-BB53-A95B-20EF-2A9F95A2AAE9}"/>
              </a:ext>
            </a:extLst>
          </p:cNvPr>
          <p:cNvSpPr txBox="1"/>
          <p:nvPr/>
        </p:nvSpPr>
        <p:spPr>
          <a:xfrm>
            <a:off x="7486650" y="9320952"/>
            <a:ext cx="3048000" cy="508848"/>
          </a:xfrm>
          <a:prstGeom prst="rect">
            <a:avLst/>
          </a:prstGeom>
        </p:spPr>
        <p:txBody>
          <a:bodyPr lIns="0" tIns="3048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dirty="0">
                <a:solidFill>
                  <a:srgbClr val="FF5D5D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정답 실패</a:t>
            </a:r>
            <a:r>
              <a:rPr lang="en-US" altLang="ko-KR" sz="2000" dirty="0">
                <a:solidFill>
                  <a:srgbClr val="FF5D5D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 ⇒ </a:t>
            </a:r>
            <a:r>
              <a:rPr lang="ko-KR" altLang="en-US" sz="2000" dirty="0">
                <a:solidFill>
                  <a:srgbClr val="FF5D5D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출제자 </a:t>
            </a:r>
            <a:r>
              <a:rPr lang="en-US" altLang="ko-KR" sz="2000" dirty="0">
                <a:solidFill>
                  <a:srgbClr val="FF5D5D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-1</a:t>
            </a:r>
            <a:r>
              <a:rPr lang="ko-KR" altLang="en-US" sz="2000" dirty="0">
                <a:solidFill>
                  <a:srgbClr val="FF5D5D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점</a:t>
            </a:r>
            <a:endParaRPr lang="en-US" altLang="ko-KR" sz="2000" dirty="0">
              <a:solidFill>
                <a:srgbClr val="FF5D5D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Work Sans Regular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59B6F88E-E55A-C2DB-A200-409F7F676243}"/>
              </a:ext>
            </a:extLst>
          </p:cNvPr>
          <p:cNvSpPr txBox="1"/>
          <p:nvPr/>
        </p:nvSpPr>
        <p:spPr>
          <a:xfrm>
            <a:off x="6426202" y="8575205"/>
            <a:ext cx="3048000" cy="872000"/>
          </a:xfrm>
          <a:prstGeom prst="rect">
            <a:avLst/>
          </a:prstGeom>
        </p:spPr>
        <p:txBody>
          <a:bodyPr lIns="0" tIns="30480" rIns="0" bIns="0" rtlCol="0" anchor="ctr"/>
          <a:lstStyle/>
          <a:p>
            <a:pPr lvl="0" algn="just">
              <a:lnSpc>
                <a:spcPct val="99600"/>
              </a:lnSpc>
            </a:pPr>
            <a:r>
              <a:rPr lang="ko-KR" altLang="en-US" sz="2000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출제자 </a:t>
            </a:r>
            <a:r>
              <a:rPr lang="en-US" altLang="ko-KR" sz="2000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+1</a:t>
            </a:r>
            <a:r>
              <a:rPr lang="ko-KR" altLang="en-US" sz="2000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점</a:t>
            </a:r>
            <a:r>
              <a:rPr lang="en-US" altLang="ko-KR" sz="2000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 / </a:t>
            </a:r>
            <a:r>
              <a:rPr lang="ko-KR" altLang="en-US" sz="2000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참가자 </a:t>
            </a:r>
            <a:r>
              <a:rPr lang="en-US" altLang="ko-KR" sz="2000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+2</a:t>
            </a:r>
            <a:r>
              <a:rPr lang="ko-KR" altLang="en-US" sz="2000" dirty="0">
                <a:solidFill>
                  <a:schemeClr val="accent6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점</a:t>
            </a:r>
            <a:endParaRPr lang="en-US" altLang="ko-KR" sz="2000" dirty="0">
              <a:solidFill>
                <a:schemeClr val="accent6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Work Sans Regular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A449C927-0B46-AA4C-FF90-289D9470DED0}"/>
              </a:ext>
            </a:extLst>
          </p:cNvPr>
          <p:cNvSpPr txBox="1"/>
          <p:nvPr/>
        </p:nvSpPr>
        <p:spPr>
          <a:xfrm>
            <a:off x="1841500" y="8575205"/>
            <a:ext cx="3048000" cy="872000"/>
          </a:xfrm>
          <a:prstGeom prst="rect">
            <a:avLst/>
          </a:prstGeom>
        </p:spPr>
        <p:txBody>
          <a:bodyPr lIns="0" tIns="30480" rIns="0" bIns="0" rtlCol="0" anchor="ctr"/>
          <a:lstStyle/>
          <a:p>
            <a:pPr lvl="0" algn="just">
              <a:lnSpc>
                <a:spcPct val="99600"/>
              </a:lnSpc>
            </a:pPr>
            <a:r>
              <a:rPr lang="ko-KR" altLang="en-US" sz="2000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출제자 </a:t>
            </a:r>
            <a:r>
              <a:rPr lang="en-US" altLang="ko-KR" sz="2000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+2</a:t>
            </a:r>
            <a:r>
              <a:rPr lang="ko-KR" altLang="en-US" sz="2000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점</a:t>
            </a:r>
            <a:r>
              <a:rPr lang="en-US" altLang="ko-KR" sz="2000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 / </a:t>
            </a:r>
            <a:r>
              <a:rPr lang="ko-KR" altLang="en-US" sz="2000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참가자 </a:t>
            </a:r>
            <a:r>
              <a:rPr lang="en-US" altLang="ko-KR" sz="2000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+3</a:t>
            </a:r>
            <a:r>
              <a:rPr lang="ko-KR" altLang="en-US" sz="2000" dirty="0">
                <a:solidFill>
                  <a:schemeClr val="accent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Work Sans Regular"/>
              </a:rPr>
              <a:t>점</a:t>
            </a:r>
            <a:endParaRPr lang="en-US" altLang="ko-KR" sz="2000" dirty="0">
              <a:solidFill>
                <a:schemeClr val="accent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Work Sans Regular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B2C125F-AF11-F7D2-E087-A6246575BD35}"/>
              </a:ext>
            </a:extLst>
          </p:cNvPr>
          <p:cNvCxnSpPr>
            <a:cxnSpLocks/>
          </p:cNvCxnSpPr>
          <p:nvPr/>
        </p:nvCxnSpPr>
        <p:spPr>
          <a:xfrm flipH="1">
            <a:off x="5657850" y="8456605"/>
            <a:ext cx="0" cy="509171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FD23E8F3-2268-F0FE-A66A-28A8159B67DD}"/>
              </a:ext>
            </a:extLst>
          </p:cNvPr>
          <p:cNvCxnSpPr/>
          <p:nvPr/>
        </p:nvCxnSpPr>
        <p:spPr>
          <a:xfrm>
            <a:off x="1016000" y="8727605"/>
            <a:ext cx="4641850" cy="0"/>
          </a:xfrm>
          <a:prstGeom prst="bentConnector3">
            <a:avLst/>
          </a:prstGeom>
          <a:ln w="38100">
            <a:solidFill>
              <a:srgbClr val="00B0F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7DF41FC1-46D4-304C-375B-B2CDC1EEF98C}"/>
              </a:ext>
            </a:extLst>
          </p:cNvPr>
          <p:cNvCxnSpPr/>
          <p:nvPr/>
        </p:nvCxnSpPr>
        <p:spPr>
          <a:xfrm>
            <a:off x="5664200" y="8727605"/>
            <a:ext cx="4641850" cy="0"/>
          </a:xfrm>
          <a:prstGeom prst="bentConnector3">
            <a:avLst/>
          </a:prstGeom>
          <a:ln w="38100">
            <a:prstDash val="sysDot"/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6CDEBAC-2DED-3891-1634-3201AD2C8A94}"/>
              </a:ext>
            </a:extLst>
          </p:cNvPr>
          <p:cNvCxnSpPr>
            <a:cxnSpLocks/>
          </p:cNvCxnSpPr>
          <p:nvPr/>
        </p:nvCxnSpPr>
        <p:spPr>
          <a:xfrm>
            <a:off x="10299700" y="8456605"/>
            <a:ext cx="6350" cy="864347"/>
          </a:xfrm>
          <a:prstGeom prst="line">
            <a:avLst/>
          </a:prstGeom>
          <a:ln w="38100">
            <a:solidFill>
              <a:srgbClr val="FF8282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CEE16FC-84F3-12B3-F1A4-A455DE0B4C84}"/>
              </a:ext>
            </a:extLst>
          </p:cNvPr>
          <p:cNvCxnSpPr>
            <a:cxnSpLocks/>
          </p:cNvCxnSpPr>
          <p:nvPr/>
        </p:nvCxnSpPr>
        <p:spPr>
          <a:xfrm flipH="1">
            <a:off x="1009650" y="8456605"/>
            <a:ext cx="0" cy="509171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28">
            <a:extLst>
              <a:ext uri="{FF2B5EF4-FFF2-40B4-BE49-F238E27FC236}">
                <a16:creationId xmlns:a16="http://schemas.microsoft.com/office/drawing/2014/main" id="{FD624758-5202-5CDB-A7CB-5D69200AD7F1}"/>
              </a:ext>
            </a:extLst>
          </p:cNvPr>
          <p:cNvSpPr txBox="1"/>
          <p:nvPr/>
        </p:nvSpPr>
        <p:spPr>
          <a:xfrm>
            <a:off x="330200" y="1430020"/>
            <a:ext cx="10680700" cy="47498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400" dirty="0" err="1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쿵야</a:t>
            </a:r>
            <a:r>
              <a:rPr lang="ko-KR" altLang="en-US" sz="2400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 팀</a:t>
            </a:r>
            <a:r>
              <a:rPr lang="en-US" altLang="ko-KR" sz="2400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(</a:t>
            </a:r>
            <a:r>
              <a:rPr lang="ko-KR" altLang="en-US" sz="2400" b="0" i="0" u="none" strike="noStrike" dirty="0" err="1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엄제원</a:t>
            </a:r>
            <a:r>
              <a:rPr lang="en-US" altLang="ko-KR" sz="2400" b="0" i="0" u="none" strike="noStrike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2400" b="0" i="0" u="none" strike="noStrike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이경환</a:t>
            </a:r>
            <a:r>
              <a:rPr lang="en-US" altLang="ko-KR" sz="2400" b="0" i="0" u="none" strike="noStrike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2400" b="0" i="0" u="none" strike="noStrike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윤지원</a:t>
            </a:r>
            <a:r>
              <a:rPr lang="en-US" altLang="ko-KR" sz="2400" b="0" i="0" u="none" strike="noStrike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)</a:t>
            </a:r>
            <a:endParaRPr lang="en-US" sz="2400" b="0" i="0" u="none" strike="noStrike" dirty="0">
              <a:solidFill>
                <a:srgbClr val="FAFAF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Work Sa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36348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204</Words>
  <Application>Microsoft Office PowerPoint</Application>
  <PresentationFormat>사용자 지정</PresentationFormat>
  <Paragraphs>39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Arial</vt:lpstr>
      <vt:lpstr>LG스마트체2.0 Bold</vt:lpstr>
      <vt:lpstr>LG스마트체2.0 Light</vt:lpstr>
      <vt:lpstr>LG스마트체2.0 Regular</vt:lpstr>
      <vt:lpstr>Calibri</vt:lpstr>
      <vt:lpstr>LG스마트체2.0 SemiBold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윤지원</cp:lastModifiedBy>
  <cp:revision>21</cp:revision>
  <dcterms:created xsi:type="dcterms:W3CDTF">2006-08-16T00:00:00Z</dcterms:created>
  <dcterms:modified xsi:type="dcterms:W3CDTF">2026-04-21T06:01:57Z</dcterms:modified>
</cp:coreProperties>
</file>