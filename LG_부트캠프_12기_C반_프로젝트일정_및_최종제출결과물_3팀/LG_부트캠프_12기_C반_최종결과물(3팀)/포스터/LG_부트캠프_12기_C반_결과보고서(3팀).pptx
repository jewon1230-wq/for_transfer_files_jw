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9" r:id="rId4"/>
    <p:sldId id="258" r:id="rId5"/>
  </p:sldIdLst>
  <p:sldSz cx="11315700" cy="16002000"/>
  <p:notesSz cx="6858000" cy="9144000"/>
  <p:embeddedFontLst>
    <p:embeddedFont>
      <p:font typeface="LG스마트체2.0 SemiBold" panose="020B0600000101010101" pitchFamily="50" charset="-127"/>
      <p:bold r:id="rId6"/>
    </p:embeddedFont>
    <p:embeddedFont>
      <p:font typeface="LG스마트체2.0 Regular" panose="020B0600000101010101" pitchFamily="50" charset="-127"/>
      <p:regular r:id="rId7"/>
    </p:embeddedFont>
    <p:embeddedFont>
      <p:font typeface="LG스마트체2.0 Light" panose="020B0600000101010101" pitchFamily="50" charset="-127"/>
      <p:regular r:id="rId8"/>
    </p:embeddedFont>
    <p:embeddedFont>
      <p:font typeface="Montserrat Bold" panose="020B0604020202020204" charset="0"/>
      <p:bold r:id="rId9"/>
    </p:embeddedFont>
    <p:embeddedFont>
      <p:font typeface="맑은 고딕" panose="020B0503020000020004" pitchFamily="50" charset="-127"/>
      <p:regular r:id="rId10"/>
      <p:bold r:id="rId11"/>
    </p:embeddedFont>
    <p:embeddedFont>
      <p:font typeface="LG스마트체2.0 Bold" panose="020B0600000101010101" pitchFamily="50" charset="-127"/>
      <p:bold r:id="rId12"/>
    </p:embeddedFont>
    <p:embeddedFont>
      <p:font typeface="Work Sans Regular" panose="020B0604020202020204" charset="0"/>
      <p:regular r:id="rId13"/>
    </p:embeddedFont>
    <p:embeddedFont>
      <p:font typeface="Calibri" panose="020F0502020204030204" pitchFamily="34" charset="0"/>
      <p:regular r:id="rId14"/>
      <p:bold r:id="rId15"/>
      <p:italic r:id="rId16"/>
      <p:boldItalic r:id="rId1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47" d="100"/>
          <a:sy n="47" d="100"/>
        </p:scale>
        <p:origin x="3126" y="7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3.fntdata"/><Relationship Id="rId13" Type="http://schemas.openxmlformats.org/officeDocument/2006/relationships/font" Target="fonts/font8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font" Target="fonts/font2.fntdata"/><Relationship Id="rId12" Type="http://schemas.openxmlformats.org/officeDocument/2006/relationships/font" Target="fonts/font7.fntdata"/><Relationship Id="rId17" Type="http://schemas.openxmlformats.org/officeDocument/2006/relationships/font" Target="fonts/font12.fntdata"/><Relationship Id="rId2" Type="http://schemas.openxmlformats.org/officeDocument/2006/relationships/slide" Target="slides/slide1.xml"/><Relationship Id="rId16" Type="http://schemas.openxmlformats.org/officeDocument/2006/relationships/font" Target="fonts/font11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1.fntdata"/><Relationship Id="rId11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font" Target="fonts/font10.fntdata"/><Relationship Id="rId10" Type="http://schemas.openxmlformats.org/officeDocument/2006/relationships/font" Target="fonts/font5.fntdata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font" Target="fonts/font4.fntdata"/><Relationship Id="rId14" Type="http://schemas.openxmlformats.org/officeDocument/2006/relationships/font" Target="fonts/font9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1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9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8.png"/><Relationship Id="rId2" Type="http://schemas.openxmlformats.org/officeDocument/2006/relationships/image" Target="../media/image1.png"/><Relationship Id="rId16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7.png"/><Relationship Id="rId5" Type="http://schemas.openxmlformats.org/officeDocument/2006/relationships/image" Target="../media/image4.png"/><Relationship Id="rId15" Type="http://schemas.openxmlformats.org/officeDocument/2006/relationships/image" Target="../media/image21.png"/><Relationship Id="rId10" Type="http://schemas.openxmlformats.org/officeDocument/2006/relationships/image" Target="../media/image16.png"/><Relationship Id="rId4" Type="http://schemas.openxmlformats.org/officeDocument/2006/relationships/image" Target="../media/image3.png"/><Relationship Id="rId9" Type="http://schemas.openxmlformats.org/officeDocument/2006/relationships/image" Target="../media/image15.png"/><Relationship Id="rId14" Type="http://schemas.openxmlformats.org/officeDocument/2006/relationships/image" Target="../media/image20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13" Type="http://schemas.openxmlformats.org/officeDocument/2006/relationships/image" Target="../media/image8.png"/><Relationship Id="rId3" Type="http://schemas.openxmlformats.org/officeDocument/2006/relationships/image" Target="../media/image2.png"/><Relationship Id="rId7" Type="http://schemas.openxmlformats.org/officeDocument/2006/relationships/image" Target="../media/image23.png"/><Relationship Id="rId12" Type="http://schemas.openxmlformats.org/officeDocument/2006/relationships/image" Target="../media/image7.png"/><Relationship Id="rId2" Type="http://schemas.openxmlformats.org/officeDocument/2006/relationships/image" Target="../media/image1.png"/><Relationship Id="rId16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6.png"/><Relationship Id="rId5" Type="http://schemas.openxmlformats.org/officeDocument/2006/relationships/image" Target="../media/image4.png"/><Relationship Id="rId15" Type="http://schemas.openxmlformats.org/officeDocument/2006/relationships/image" Target="../media/image10.png"/><Relationship Id="rId10" Type="http://schemas.openxmlformats.org/officeDocument/2006/relationships/image" Target="../media/image26.png"/><Relationship Id="rId4" Type="http://schemas.openxmlformats.org/officeDocument/2006/relationships/image" Target="../media/image3.png"/><Relationship Id="rId9" Type="http://schemas.openxmlformats.org/officeDocument/2006/relationships/image" Target="../media/image25.png"/><Relationship Id="rId1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1315700" cy="160020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036800"/>
            <a:ext cx="11315700" cy="9779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-25400"/>
            <a:ext cx="11315700" cy="27559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0800000">
            <a:off x="7023100" y="0"/>
            <a:ext cx="4292600" cy="27305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0800000">
            <a:off x="0" y="-12700"/>
            <a:ext cx="3962400" cy="27305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4700" y="3225800"/>
            <a:ext cx="4089400" cy="7366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92800" y="6667500"/>
            <a:ext cx="4673600" cy="7366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4700" y="10414000"/>
            <a:ext cx="4089400" cy="736600"/>
          </a:xfrm>
          <a:prstGeom prst="rect">
            <a:avLst/>
          </a:prstGeom>
        </p:spPr>
      </p:pic>
      <p:pic>
        <p:nvPicPr>
          <p:cNvPr id="14" name="Picture 14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30200" y="3098800"/>
            <a:ext cx="1003300" cy="1003300"/>
          </a:xfrm>
          <a:prstGeom prst="rect">
            <a:avLst/>
          </a:prstGeom>
        </p:spPr>
      </p:pic>
      <p:pic>
        <p:nvPicPr>
          <p:cNvPr id="15" name="Picture 15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461000" y="6540500"/>
            <a:ext cx="1003300" cy="1003300"/>
          </a:xfrm>
          <a:prstGeom prst="rect">
            <a:avLst/>
          </a:prstGeom>
        </p:spPr>
      </p:pic>
      <p:pic>
        <p:nvPicPr>
          <p:cNvPr id="16" name="Picture 16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30200" y="10274300"/>
            <a:ext cx="1003300" cy="1003300"/>
          </a:xfrm>
          <a:prstGeom prst="rect">
            <a:avLst/>
          </a:prstGeom>
        </p:spPr>
      </p:pic>
      <p:sp>
        <p:nvSpPr>
          <p:cNvPr id="17" name="TextBox 17"/>
          <p:cNvSpPr txBox="1"/>
          <p:nvPr/>
        </p:nvSpPr>
        <p:spPr>
          <a:xfrm>
            <a:off x="3022600" y="15379700"/>
            <a:ext cx="5283200" cy="330200"/>
          </a:xfrm>
          <a:prstGeom prst="rect">
            <a:avLst/>
          </a:prstGeom>
        </p:spPr>
        <p:txBody>
          <a:bodyPr lIns="0" tIns="23707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1866" b="1" dirty="0" smtClean="0">
                <a:solidFill>
                  <a:srgbClr val="FAFAFA"/>
                </a:solidFill>
                <a:latin typeface="LG스마트체2.0 Bold" panose="020B0600000101010101" pitchFamily="50" charset="-127"/>
                <a:ea typeface="LG스마트체2.0 Bold" panose="020B0600000101010101" pitchFamily="50" charset="-127"/>
                <a:cs typeface="Montserrat Bold"/>
              </a:rPr>
              <a:t>LG ELECTRONICS</a:t>
            </a:r>
            <a:endParaRPr lang="en-US" sz="1866" b="1" i="0" u="none" strike="noStrike" dirty="0">
              <a:solidFill>
                <a:srgbClr val="FAFAFA"/>
              </a:solidFill>
              <a:latin typeface="LG스마트체2.0 Bold" panose="020B0600000101010101" pitchFamily="50" charset="-127"/>
              <a:ea typeface="LG스마트체2.0 Bold" panose="020B0600000101010101" pitchFamily="50" charset="-127"/>
              <a:cs typeface="Montserrat Bold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469900" y="4305300"/>
            <a:ext cx="4495800" cy="1892300"/>
          </a:xfrm>
          <a:prstGeom prst="rect">
            <a:avLst/>
          </a:prstGeom>
        </p:spPr>
        <p:txBody>
          <a:bodyPr lIns="0" tIns="30480" rIns="0" bIns="0" rtlCol="0" anchor="t"/>
          <a:lstStyle/>
          <a:p>
            <a:pPr lvl="0" algn="l">
              <a:lnSpc>
                <a:spcPct val="99600"/>
              </a:lnSpc>
            </a:pPr>
            <a:r>
              <a:rPr lang="ko-KR" altLang="en-US" sz="2400" dirty="0" smtClean="0">
                <a:solidFill>
                  <a:srgbClr val="333333"/>
                </a:solidFill>
                <a:latin typeface="LG스마트체2.0 Light" panose="020B0600000101010101" pitchFamily="50" charset="-127"/>
                <a:ea typeface="LG스마트체2.0 Light" panose="020B0600000101010101" pitchFamily="50" charset="-127"/>
                <a:cs typeface="Work Sans Regular"/>
              </a:rPr>
              <a:t>프로젝트 명 </a:t>
            </a:r>
            <a:r>
              <a:rPr lang="en-US" altLang="ko-KR" sz="2400" dirty="0" smtClean="0">
                <a:solidFill>
                  <a:srgbClr val="333333"/>
                </a:solidFill>
                <a:latin typeface="LG스마트체2.0 Light" panose="020B0600000101010101" pitchFamily="50" charset="-127"/>
                <a:ea typeface="LG스마트체2.0 Light" panose="020B0600000101010101" pitchFamily="50" charset="-127"/>
                <a:cs typeface="Work Sans Regular"/>
              </a:rPr>
              <a:t>: </a:t>
            </a:r>
            <a:r>
              <a:rPr lang="ko-KR" altLang="en-US" sz="2400" smtClean="0">
                <a:solidFill>
                  <a:srgbClr val="333333"/>
                </a:solidFill>
                <a:latin typeface="LG스마트체2.0 Light" panose="020B0600000101010101" pitchFamily="50" charset="-127"/>
                <a:ea typeface="LG스마트체2.0 Light" panose="020B0600000101010101" pitchFamily="50" charset="-127"/>
                <a:cs typeface="Work Sans Regular"/>
              </a:rPr>
              <a:t>쿵야 캐치마인드</a:t>
            </a:r>
            <a:endParaRPr lang="en-US" altLang="ko-KR" sz="2400" dirty="0" smtClean="0">
              <a:solidFill>
                <a:srgbClr val="333333"/>
              </a:solidFill>
              <a:latin typeface="LG스마트체2.0 Light" panose="020B0600000101010101" pitchFamily="50" charset="-127"/>
              <a:ea typeface="LG스마트체2.0 Light" panose="020B0600000101010101" pitchFamily="50" charset="-127"/>
              <a:cs typeface="Work Sans Regular"/>
            </a:endParaRPr>
          </a:p>
          <a:p>
            <a:pPr lvl="0" algn="l">
              <a:lnSpc>
                <a:spcPct val="99600"/>
              </a:lnSpc>
            </a:pPr>
            <a:r>
              <a:rPr lang="ko-KR" altLang="en-US" sz="2400" dirty="0" smtClean="0">
                <a:solidFill>
                  <a:srgbClr val="333333"/>
                </a:solidFill>
                <a:latin typeface="LG스마트체2.0 Light" panose="020B0600000101010101" pitchFamily="50" charset="-127"/>
                <a:ea typeface="LG스마트체2.0 Light" panose="020B0600000101010101" pitchFamily="50" charset="-127"/>
                <a:cs typeface="Work Sans Regular"/>
              </a:rPr>
              <a:t> </a:t>
            </a:r>
            <a:endParaRPr lang="en-US" altLang="ko-KR" sz="2400" dirty="0" smtClean="0">
              <a:solidFill>
                <a:srgbClr val="333333"/>
              </a:solidFill>
              <a:latin typeface="LG스마트체2.0 Light" panose="020B0600000101010101" pitchFamily="50" charset="-127"/>
              <a:ea typeface="LG스마트체2.0 Light" panose="020B0600000101010101" pitchFamily="50" charset="-127"/>
              <a:cs typeface="Work Sans Regular"/>
            </a:endParaRPr>
          </a:p>
          <a:p>
            <a:pPr lvl="0" algn="l">
              <a:lnSpc>
                <a:spcPct val="99600"/>
              </a:lnSpc>
            </a:pPr>
            <a:endParaRPr lang="en-US" sz="2400" b="0" i="0" u="none" strike="noStrike" dirty="0">
              <a:solidFill>
                <a:srgbClr val="333333"/>
              </a:solidFill>
              <a:latin typeface="LG스마트체2.0 Light" panose="020B0600000101010101" pitchFamily="50" charset="-127"/>
              <a:ea typeface="LG스마트체2.0 Light" panose="020B0600000101010101" pitchFamily="50" charset="-127"/>
              <a:cs typeface="Work Sans Regular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5600700" y="7721600"/>
            <a:ext cx="5092700" cy="1892300"/>
          </a:xfrm>
          <a:prstGeom prst="rect">
            <a:avLst/>
          </a:prstGeom>
        </p:spPr>
        <p:txBody>
          <a:bodyPr lIns="0" tIns="30480" rIns="0" bIns="0" rtlCol="0" anchor="t"/>
          <a:lstStyle/>
          <a:p>
            <a:pPr lvl="0" algn="l">
              <a:lnSpc>
                <a:spcPct val="99600"/>
              </a:lnSpc>
            </a:pPr>
            <a:r>
              <a:rPr lang="en-US" sz="2400" b="0" i="0" u="none" strike="noStrike" dirty="0" err="1" smtClean="0">
                <a:solidFill>
                  <a:srgbClr val="333333"/>
                </a:solidFill>
                <a:latin typeface="Work Sans Regular"/>
                <a:ea typeface="Work Sans Regular"/>
                <a:cs typeface="Work Sans Regular"/>
              </a:rPr>
              <a:t>aaa</a:t>
            </a:r>
            <a:endParaRPr lang="en-US" sz="2400" b="0" i="0" u="none" strike="noStrike" dirty="0">
              <a:solidFill>
                <a:srgbClr val="333333"/>
              </a:solidFill>
              <a:latin typeface="Work Sans Regular"/>
              <a:ea typeface="Work Sans Regular"/>
              <a:cs typeface="Work Sans Regular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444500" y="11468100"/>
            <a:ext cx="4546600" cy="3149600"/>
          </a:xfrm>
          <a:prstGeom prst="rect">
            <a:avLst/>
          </a:prstGeom>
        </p:spPr>
        <p:txBody>
          <a:bodyPr lIns="0" tIns="32173" rIns="0" bIns="0" rtlCol="0" anchor="t"/>
          <a:lstStyle/>
          <a:p>
            <a:pPr lvl="0" algn="l">
              <a:lnSpc>
                <a:spcPct val="99600"/>
              </a:lnSpc>
            </a:pPr>
            <a:r>
              <a:rPr lang="en-US" sz="2533" b="0" i="0" u="none" strike="noStrike" dirty="0" err="1" smtClean="0">
                <a:solidFill>
                  <a:srgbClr val="333333"/>
                </a:solidFill>
                <a:latin typeface="Work Sans Regular"/>
                <a:ea typeface="Work Sans Regular"/>
                <a:cs typeface="Work Sans Regular"/>
              </a:rPr>
              <a:t>aaaaaa</a:t>
            </a:r>
            <a:endParaRPr lang="en-US" sz="2533" b="0" i="0" u="none" strike="noStrike" dirty="0">
              <a:solidFill>
                <a:srgbClr val="333333"/>
              </a:solidFill>
              <a:latin typeface="Work Sans Regular"/>
              <a:ea typeface="Work Sans Regular"/>
              <a:cs typeface="Work Sans Regular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1270000" y="10502900"/>
            <a:ext cx="3644900" cy="571500"/>
          </a:xfrm>
          <a:prstGeom prst="rect">
            <a:avLst/>
          </a:prstGeom>
        </p:spPr>
        <p:txBody>
          <a:bodyPr lIns="0" tIns="40640" rIns="0" bIns="0" rtlCol="0" anchor="t"/>
          <a:lstStyle/>
          <a:p>
            <a:pPr lvl="0" algn="ctr">
              <a:lnSpc>
                <a:spcPct val="99600"/>
              </a:lnSpc>
            </a:pPr>
            <a:r>
              <a:rPr lang="ko-KR" altLang="en-US" sz="3200" b="0" i="0" u="none" strike="noStrike" dirty="0" smtClean="0">
                <a:solidFill>
                  <a:srgbClr val="FAFAFA"/>
                </a:solidFill>
                <a:latin typeface="LG스마트체2.0 SemiBold" panose="020B0600000101010101" pitchFamily="50" charset="-127"/>
                <a:ea typeface="LG스마트체2.0 SemiBold" panose="020B0600000101010101" pitchFamily="50" charset="-127"/>
                <a:cs typeface="Montserrat Bold"/>
              </a:rPr>
              <a:t>개발 결과</a:t>
            </a:r>
            <a:endParaRPr lang="en-US" sz="3200" b="0" i="0" u="none" strike="noStrike" dirty="0">
              <a:solidFill>
                <a:srgbClr val="FAFAFA"/>
              </a:solidFill>
              <a:latin typeface="LG스마트체2.0 SemiBold" panose="020B0600000101010101" pitchFamily="50" charset="-127"/>
              <a:ea typeface="LG스마트체2.0 SemiBold" panose="020B0600000101010101" pitchFamily="50" charset="-127"/>
              <a:cs typeface="Montserrat Bold"/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6400800" y="6781800"/>
            <a:ext cx="4025900" cy="571500"/>
          </a:xfrm>
          <a:prstGeom prst="rect">
            <a:avLst/>
          </a:prstGeom>
        </p:spPr>
        <p:txBody>
          <a:bodyPr lIns="0" tIns="40640" rIns="0" bIns="0" rtlCol="0" anchor="t"/>
          <a:lstStyle/>
          <a:p>
            <a:pPr lvl="0" algn="ctr">
              <a:lnSpc>
                <a:spcPct val="99600"/>
              </a:lnSpc>
            </a:pPr>
            <a:r>
              <a:rPr lang="ko-KR" altLang="en-US" sz="3200" b="0" i="0" u="none" strike="noStrike" dirty="0" smtClean="0">
                <a:solidFill>
                  <a:srgbClr val="FAFAFA"/>
                </a:solidFill>
                <a:latin typeface="LG스마트체2.0 SemiBold" panose="020B0600000101010101" pitchFamily="50" charset="-127"/>
                <a:ea typeface="LG스마트체2.0 SemiBold" panose="020B0600000101010101" pitchFamily="50" charset="-127"/>
                <a:cs typeface="Montserrat Bold"/>
              </a:rPr>
              <a:t>핵심 기술</a:t>
            </a:r>
            <a:endParaRPr lang="en-US" sz="3200" b="0" i="0" u="none" strike="noStrike" dirty="0">
              <a:solidFill>
                <a:srgbClr val="FAFAFA"/>
              </a:solidFill>
              <a:latin typeface="LG스마트체2.0 SemiBold" panose="020B0600000101010101" pitchFamily="50" charset="-127"/>
              <a:ea typeface="LG스마트체2.0 SemiBold" panose="020B0600000101010101" pitchFamily="50" charset="-127"/>
              <a:cs typeface="Montserrat Bold"/>
            </a:endParaRPr>
          </a:p>
        </p:txBody>
      </p:sp>
      <p:sp>
        <p:nvSpPr>
          <p:cNvPr id="23" name="TextBox 23"/>
          <p:cNvSpPr txBox="1"/>
          <p:nvPr/>
        </p:nvSpPr>
        <p:spPr>
          <a:xfrm>
            <a:off x="1270000" y="3327400"/>
            <a:ext cx="3644900" cy="571500"/>
          </a:xfrm>
          <a:prstGeom prst="rect">
            <a:avLst/>
          </a:prstGeom>
        </p:spPr>
        <p:txBody>
          <a:bodyPr lIns="0" tIns="40640" rIns="0" bIns="0" rtlCol="0" anchor="t"/>
          <a:lstStyle/>
          <a:p>
            <a:pPr lvl="0" algn="ctr">
              <a:lnSpc>
                <a:spcPct val="99600"/>
              </a:lnSpc>
            </a:pPr>
            <a:r>
              <a:rPr lang="ko-KR" altLang="en-US" sz="3200" b="0" i="0" u="none" strike="noStrike" dirty="0" smtClean="0">
                <a:solidFill>
                  <a:srgbClr val="FAFAFA"/>
                </a:solidFill>
                <a:latin typeface="LG스마트체2.0 SemiBold" panose="020B0600000101010101" pitchFamily="50" charset="-127"/>
                <a:ea typeface="LG스마트체2.0 SemiBold" panose="020B0600000101010101" pitchFamily="50" charset="-127"/>
                <a:cs typeface="Montserrat Bold"/>
              </a:rPr>
              <a:t>프로젝트 개요</a:t>
            </a:r>
            <a:endParaRPr lang="en-US" sz="3200" b="0" i="0" u="none" strike="noStrike" dirty="0">
              <a:solidFill>
                <a:srgbClr val="FAFAFA"/>
              </a:solidFill>
              <a:latin typeface="LG스마트체2.0 SemiBold" panose="020B0600000101010101" pitchFamily="50" charset="-127"/>
              <a:ea typeface="LG스마트체2.0 SemiBold" panose="020B0600000101010101" pitchFamily="50" charset="-127"/>
              <a:cs typeface="Montserrat Bold"/>
            </a:endParaRPr>
          </a:p>
        </p:txBody>
      </p:sp>
      <p:sp>
        <p:nvSpPr>
          <p:cNvPr id="24" name="TextBox 24"/>
          <p:cNvSpPr txBox="1"/>
          <p:nvPr/>
        </p:nvSpPr>
        <p:spPr>
          <a:xfrm>
            <a:off x="5626100" y="6769100"/>
            <a:ext cx="673100" cy="571500"/>
          </a:xfrm>
          <a:prstGeom prst="rect">
            <a:avLst/>
          </a:prstGeom>
        </p:spPr>
        <p:txBody>
          <a:bodyPr lIns="0" tIns="40640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3200" b="0" i="0" u="none" strike="noStrike" dirty="0">
                <a:solidFill>
                  <a:srgbClr val="FAFAFA"/>
                </a:solidFill>
                <a:latin typeface="LG스마트체2.0 Bold" panose="020B0600000101010101" pitchFamily="50" charset="-127"/>
                <a:ea typeface="LG스마트체2.0 Bold" panose="020B0600000101010101" pitchFamily="50" charset="-127"/>
                <a:cs typeface="Montserrat Bold"/>
              </a:rPr>
              <a:t>02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495300" y="10502900"/>
            <a:ext cx="673100" cy="571500"/>
          </a:xfrm>
          <a:prstGeom prst="rect">
            <a:avLst/>
          </a:prstGeom>
        </p:spPr>
        <p:txBody>
          <a:bodyPr lIns="0" tIns="40640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3200" b="0" i="0" u="none" strike="noStrike" dirty="0">
                <a:solidFill>
                  <a:srgbClr val="FAFAFA"/>
                </a:solidFill>
                <a:latin typeface="LG스마트체2.0 Bold" panose="020B0600000101010101" pitchFamily="50" charset="-127"/>
                <a:ea typeface="LG스마트체2.0 Bold" panose="020B0600000101010101" pitchFamily="50" charset="-127"/>
                <a:cs typeface="Montserrat Bold"/>
              </a:rPr>
              <a:t>03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546100" y="3327400"/>
            <a:ext cx="584200" cy="571500"/>
          </a:xfrm>
          <a:prstGeom prst="rect">
            <a:avLst/>
          </a:prstGeom>
        </p:spPr>
        <p:txBody>
          <a:bodyPr lIns="0" tIns="40640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3200" b="0" i="0" u="none" strike="noStrike" dirty="0">
                <a:solidFill>
                  <a:srgbClr val="FAFAFA"/>
                </a:solidFill>
                <a:latin typeface="LG스마트체2.0 Bold" panose="020B0600000101010101" pitchFamily="50" charset="-127"/>
                <a:ea typeface="LG스마트체2.0 Bold" panose="020B0600000101010101" pitchFamily="50" charset="-127"/>
                <a:cs typeface="Montserrat Bold"/>
              </a:rPr>
              <a:t>01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736600" y="533400"/>
            <a:ext cx="9829800" cy="1384300"/>
          </a:xfrm>
          <a:prstGeom prst="rect">
            <a:avLst/>
          </a:prstGeom>
        </p:spPr>
        <p:txBody>
          <a:bodyPr lIns="0" tIns="115146" rIns="0" bIns="0" rtlCol="0" anchor="t"/>
          <a:lstStyle/>
          <a:p>
            <a:pPr lvl="0" algn="ctr">
              <a:lnSpc>
                <a:spcPct val="83000"/>
              </a:lnSpc>
            </a:pPr>
            <a:r>
              <a:rPr lang="ko-KR" altLang="en-US" sz="4533" dirty="0">
                <a:solidFill>
                  <a:srgbClr val="FAFAFA"/>
                </a:solidFill>
                <a:latin typeface="LG스마트체2.0 SemiBold" panose="020B0600000101010101" pitchFamily="50" charset="-127"/>
                <a:ea typeface="LG스마트체2.0 SemiBold" panose="020B0600000101010101" pitchFamily="50" charset="-127"/>
                <a:cs typeface="Montserrat Bold"/>
              </a:rPr>
              <a:t>다중 클라이언트 실시간 </a:t>
            </a:r>
            <a:r>
              <a:rPr lang="en-US" altLang="ko-KR" sz="4533" dirty="0">
                <a:solidFill>
                  <a:srgbClr val="FAFAFA"/>
                </a:solidFill>
                <a:latin typeface="LG스마트체2.0 SemiBold" panose="020B0600000101010101" pitchFamily="50" charset="-127"/>
                <a:ea typeface="LG스마트체2.0 SemiBold" panose="020B0600000101010101" pitchFamily="50" charset="-127"/>
                <a:cs typeface="Montserrat Bold"/>
              </a:rPr>
              <a:t>UDP </a:t>
            </a:r>
            <a:r>
              <a:rPr lang="ko-KR" altLang="en-US" sz="4533" smtClean="0">
                <a:solidFill>
                  <a:srgbClr val="FAFAFA"/>
                </a:solidFill>
                <a:latin typeface="LG스마트체2.0 SemiBold" panose="020B0600000101010101" pitchFamily="50" charset="-127"/>
                <a:ea typeface="LG스마트체2.0 SemiBold" panose="020B0600000101010101" pitchFamily="50" charset="-127"/>
                <a:cs typeface="Montserrat Bold"/>
              </a:rPr>
              <a:t>통신을</a:t>
            </a:r>
            <a:r>
              <a:rPr lang="en-US" altLang="ko-KR" sz="4533" dirty="0" smtClean="0">
                <a:solidFill>
                  <a:srgbClr val="FAFAFA"/>
                </a:solidFill>
                <a:latin typeface="LG스마트체2.0 SemiBold" panose="020B0600000101010101" pitchFamily="50" charset="-127"/>
                <a:ea typeface="LG스마트체2.0 SemiBold" panose="020B0600000101010101" pitchFamily="50" charset="-127"/>
                <a:cs typeface="Montserrat Bold"/>
              </a:rPr>
              <a:t> </a:t>
            </a:r>
            <a:r>
              <a:rPr lang="ko-KR" altLang="en-US" sz="4533" smtClean="0">
                <a:solidFill>
                  <a:srgbClr val="FAFAFA"/>
                </a:solidFill>
                <a:latin typeface="LG스마트체2.0 SemiBold" panose="020B0600000101010101" pitchFamily="50" charset="-127"/>
                <a:ea typeface="LG스마트체2.0 SemiBold" panose="020B0600000101010101" pitchFamily="50" charset="-127"/>
                <a:cs typeface="Montserrat Bold"/>
              </a:rPr>
              <a:t>활용한 </a:t>
            </a:r>
            <a:r>
              <a:rPr lang="ko-KR" altLang="en-US" sz="4533" b="0" i="0" u="none" strike="noStrike" smtClean="0">
                <a:solidFill>
                  <a:srgbClr val="FAFAFA"/>
                </a:solidFill>
                <a:latin typeface="LG스마트체2.0 SemiBold" panose="020B0600000101010101" pitchFamily="50" charset="-127"/>
                <a:ea typeface="LG스마트체2.0 SemiBold" panose="020B0600000101010101" pitchFamily="50" charset="-127"/>
                <a:cs typeface="Montserrat Bold"/>
              </a:rPr>
              <a:t>쿵야 캐치 마인드 게임 구현</a:t>
            </a:r>
            <a:endParaRPr lang="en-US" sz="4533" b="0" i="0" u="none" strike="noStrike" dirty="0">
              <a:solidFill>
                <a:srgbClr val="FAFAFA"/>
              </a:solidFill>
              <a:latin typeface="LG스마트체2.0 SemiBold" panose="020B0600000101010101" pitchFamily="50" charset="-127"/>
              <a:ea typeface="LG스마트체2.0 SemiBold" panose="020B0600000101010101" pitchFamily="50" charset="-127"/>
              <a:cs typeface="Montserrat Bold"/>
            </a:endParaRPr>
          </a:p>
        </p:txBody>
      </p:sp>
      <p:sp>
        <p:nvSpPr>
          <p:cNvPr id="28" name="TextBox 28"/>
          <p:cNvSpPr txBox="1"/>
          <p:nvPr/>
        </p:nvSpPr>
        <p:spPr>
          <a:xfrm>
            <a:off x="1181100" y="1993900"/>
            <a:ext cx="8966200" cy="431800"/>
          </a:xfrm>
          <a:prstGeom prst="rect">
            <a:avLst/>
          </a:prstGeom>
        </p:spPr>
        <p:txBody>
          <a:bodyPr lIns="0" tIns="30480" rIns="0" bIns="0" rtlCol="0" anchor="t"/>
          <a:lstStyle/>
          <a:p>
            <a:pPr lvl="0" algn="r">
              <a:lnSpc>
                <a:spcPct val="99600"/>
              </a:lnSpc>
            </a:pPr>
            <a:r>
              <a:rPr lang="ko-KR" altLang="en-US" sz="2400" b="0" i="0" u="none" strike="noStrike" dirty="0" smtClean="0">
                <a:solidFill>
                  <a:srgbClr val="FAFAFA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Work Sans Regular"/>
              </a:rPr>
              <a:t>소속</a:t>
            </a:r>
            <a:r>
              <a:rPr lang="en-US" altLang="ko-KR" sz="2400" dirty="0">
                <a:solidFill>
                  <a:srgbClr val="FAFAFA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Work Sans Regular"/>
              </a:rPr>
              <a:t>/</a:t>
            </a:r>
            <a:r>
              <a:rPr lang="ko-KR" altLang="en-US" sz="2400" b="0" i="0" u="none" strike="noStrike" smtClean="0">
                <a:solidFill>
                  <a:srgbClr val="FAFAFA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Work Sans Regular"/>
              </a:rPr>
              <a:t>성명 </a:t>
            </a:r>
            <a:r>
              <a:rPr lang="en-US" altLang="ko-KR" sz="2400" b="0" i="0" u="none" strike="noStrike" dirty="0" smtClean="0">
                <a:solidFill>
                  <a:srgbClr val="FAFAFA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Work Sans Regular"/>
              </a:rPr>
              <a:t>: </a:t>
            </a:r>
            <a:r>
              <a:rPr lang="ko-KR" altLang="en-US" sz="2400" b="0" i="0" u="none" strike="noStrike" smtClean="0">
                <a:solidFill>
                  <a:srgbClr val="FAFAFA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Work Sans Regular"/>
              </a:rPr>
              <a:t>엄제원</a:t>
            </a:r>
            <a:r>
              <a:rPr lang="en-US" altLang="ko-KR" sz="2400" b="0" i="0" u="none" strike="noStrike" dirty="0" smtClean="0">
                <a:solidFill>
                  <a:srgbClr val="FAFAFA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Work Sans Regular"/>
              </a:rPr>
              <a:t>, </a:t>
            </a:r>
            <a:r>
              <a:rPr lang="ko-KR" altLang="en-US" sz="2400" b="0" i="0" u="none" strike="noStrike" smtClean="0">
                <a:solidFill>
                  <a:srgbClr val="FAFAFA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Work Sans Regular"/>
              </a:rPr>
              <a:t>이경환</a:t>
            </a:r>
            <a:r>
              <a:rPr lang="en-US" altLang="ko-KR" sz="2400" b="0" i="0" u="none" strike="noStrike" dirty="0" smtClean="0">
                <a:solidFill>
                  <a:srgbClr val="FAFAFA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Work Sans Regular"/>
              </a:rPr>
              <a:t>, </a:t>
            </a:r>
            <a:r>
              <a:rPr lang="ko-KR" altLang="en-US" sz="2400" b="0" i="0" u="none" strike="noStrike" smtClean="0">
                <a:solidFill>
                  <a:srgbClr val="FAFAFA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Work Sans Regular"/>
              </a:rPr>
              <a:t>윤지원</a:t>
            </a:r>
            <a:r>
              <a:rPr lang="en-US" altLang="ko-KR" sz="2400" b="0" i="0" u="none" strike="noStrike" dirty="0" smtClean="0">
                <a:solidFill>
                  <a:srgbClr val="FAFAFA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Work Sans Regular"/>
              </a:rPr>
              <a:t> </a:t>
            </a:r>
            <a:endParaRPr lang="en-US" sz="2400" b="0" i="0" u="none" strike="noStrike" dirty="0">
              <a:solidFill>
                <a:srgbClr val="FAFAFA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  <a:cs typeface="Work Sans Regular"/>
            </a:endParaRPr>
          </a:p>
        </p:txBody>
      </p:sp>
      <p:sp>
        <p:nvSpPr>
          <p:cNvPr id="29" name="직사각형 28"/>
          <p:cNvSpPr/>
          <p:nvPr/>
        </p:nvSpPr>
        <p:spPr>
          <a:xfrm>
            <a:off x="5461000" y="10414000"/>
            <a:ext cx="4965700" cy="42037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5400" dirty="0" smtClean="0"/>
              <a:t>게임 화면</a:t>
            </a:r>
            <a:endParaRPr lang="ko-KR" altLang="en-US" sz="5400" dirty="0"/>
          </a:p>
        </p:txBody>
      </p:sp>
      <p:pic>
        <p:nvPicPr>
          <p:cNvPr id="31" name="그림 30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299467" y="6573351"/>
            <a:ext cx="3001767" cy="3004933"/>
          </a:xfrm>
          <a:prstGeom prst="rect">
            <a:avLst/>
          </a:prstGeom>
        </p:spPr>
      </p:pic>
      <p:pic>
        <p:nvPicPr>
          <p:cNvPr id="33" name="그림 32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2475466" y="7460547"/>
            <a:ext cx="4413250" cy="294069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1315700" cy="160020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036800"/>
            <a:ext cx="11315700" cy="9779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-25400"/>
            <a:ext cx="11315700" cy="27559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0800000">
            <a:off x="7023100" y="0"/>
            <a:ext cx="4292600" cy="27305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0800000">
            <a:off x="0" y="-12700"/>
            <a:ext cx="3962400" cy="27305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4700" y="3225800"/>
            <a:ext cx="9791700" cy="736600"/>
          </a:xfrm>
          <a:prstGeom prst="rect">
            <a:avLst/>
          </a:prstGeom>
        </p:spPr>
      </p:pic>
      <p:pic>
        <p:nvPicPr>
          <p:cNvPr id="14" name="Picture 1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0200" y="3098800"/>
            <a:ext cx="1003300" cy="1003300"/>
          </a:xfrm>
          <a:prstGeom prst="rect">
            <a:avLst/>
          </a:prstGeom>
        </p:spPr>
      </p:pic>
      <p:sp>
        <p:nvSpPr>
          <p:cNvPr id="23" name="TextBox 23"/>
          <p:cNvSpPr txBox="1"/>
          <p:nvPr/>
        </p:nvSpPr>
        <p:spPr>
          <a:xfrm>
            <a:off x="1270000" y="3327400"/>
            <a:ext cx="8877300" cy="571500"/>
          </a:xfrm>
          <a:prstGeom prst="rect">
            <a:avLst/>
          </a:prstGeom>
        </p:spPr>
        <p:txBody>
          <a:bodyPr lIns="0" tIns="40640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3200" b="0" i="0" u="none" strike="noStrike" dirty="0" smtClean="0">
                <a:solidFill>
                  <a:srgbClr val="FAFAFA"/>
                </a:solidFill>
                <a:latin typeface="LG스마트체2.0 Bold" panose="020B0600000101010101" pitchFamily="50" charset="-127"/>
                <a:ea typeface="LG스마트체2.0 Bold" panose="020B0600000101010101" pitchFamily="50" charset="-127"/>
                <a:cs typeface="Montserrat Bold"/>
              </a:rPr>
              <a:t>HOW TO PLAY</a:t>
            </a:r>
            <a:endParaRPr lang="en-US" sz="3200" b="0" i="0" u="none" strike="noStrike" dirty="0">
              <a:solidFill>
                <a:srgbClr val="FAFAFA"/>
              </a:solidFill>
              <a:latin typeface="LG스마트체2.0 Bold" panose="020B0600000101010101" pitchFamily="50" charset="-127"/>
              <a:ea typeface="LG스마트체2.0 Bold" panose="020B0600000101010101" pitchFamily="50" charset="-127"/>
              <a:cs typeface="Montserrat Bold"/>
            </a:endParaRPr>
          </a:p>
        </p:txBody>
      </p:sp>
      <p:sp>
        <p:nvSpPr>
          <p:cNvPr id="26" name="TextBox 26"/>
          <p:cNvSpPr txBox="1"/>
          <p:nvPr/>
        </p:nvSpPr>
        <p:spPr>
          <a:xfrm>
            <a:off x="546100" y="3327400"/>
            <a:ext cx="584200" cy="571500"/>
          </a:xfrm>
          <a:prstGeom prst="rect">
            <a:avLst/>
          </a:prstGeom>
        </p:spPr>
        <p:txBody>
          <a:bodyPr lIns="0" tIns="40640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3200" b="0" i="0" u="none" strike="noStrike" dirty="0" smtClean="0">
                <a:solidFill>
                  <a:srgbClr val="FAFAFA"/>
                </a:solidFill>
                <a:latin typeface="LG스마트체2.0 Bold" panose="020B0600000101010101" pitchFamily="50" charset="-127"/>
                <a:ea typeface="LG스마트체2.0 Bold" panose="020B0600000101010101" pitchFamily="50" charset="-127"/>
                <a:cs typeface="Montserrat Bold"/>
              </a:rPr>
              <a:t>04</a:t>
            </a:r>
            <a:endParaRPr lang="en-US" sz="3200" b="0" i="0" u="none" strike="noStrike" dirty="0">
              <a:solidFill>
                <a:srgbClr val="FAFAFA"/>
              </a:solidFill>
              <a:latin typeface="LG스마트체2.0 Bold" panose="020B0600000101010101" pitchFamily="50" charset="-127"/>
              <a:ea typeface="LG스마트체2.0 Bold" panose="020B0600000101010101" pitchFamily="50" charset="-127"/>
              <a:cs typeface="Montserrat Bold"/>
            </a:endParaRPr>
          </a:p>
        </p:txBody>
      </p:sp>
      <p:sp>
        <p:nvSpPr>
          <p:cNvPr id="29" name="TextBox 27"/>
          <p:cNvSpPr txBox="1"/>
          <p:nvPr/>
        </p:nvSpPr>
        <p:spPr>
          <a:xfrm>
            <a:off x="736600" y="533400"/>
            <a:ext cx="9829800" cy="1384300"/>
          </a:xfrm>
          <a:prstGeom prst="rect">
            <a:avLst/>
          </a:prstGeom>
        </p:spPr>
        <p:txBody>
          <a:bodyPr lIns="0" tIns="115146" rIns="0" bIns="0" rtlCol="0" anchor="t"/>
          <a:lstStyle/>
          <a:p>
            <a:pPr lvl="0" algn="ctr">
              <a:lnSpc>
                <a:spcPct val="83000"/>
              </a:lnSpc>
            </a:pPr>
            <a:r>
              <a:rPr lang="ko-KR" altLang="en-US" sz="4533" dirty="0">
                <a:solidFill>
                  <a:srgbClr val="FAFAFA"/>
                </a:solidFill>
                <a:latin typeface="LG스마트체2.0 SemiBold" panose="020B0600000101010101" pitchFamily="50" charset="-127"/>
                <a:ea typeface="LG스마트체2.0 SemiBold" panose="020B0600000101010101" pitchFamily="50" charset="-127"/>
                <a:cs typeface="Montserrat Bold"/>
              </a:rPr>
              <a:t>다중 클라이언트 실시간 </a:t>
            </a:r>
            <a:r>
              <a:rPr lang="en-US" altLang="ko-KR" sz="4533" dirty="0">
                <a:solidFill>
                  <a:srgbClr val="FAFAFA"/>
                </a:solidFill>
                <a:latin typeface="LG스마트체2.0 SemiBold" panose="020B0600000101010101" pitchFamily="50" charset="-127"/>
                <a:ea typeface="LG스마트체2.0 SemiBold" panose="020B0600000101010101" pitchFamily="50" charset="-127"/>
                <a:cs typeface="Montserrat Bold"/>
              </a:rPr>
              <a:t>UDP </a:t>
            </a:r>
            <a:r>
              <a:rPr lang="ko-KR" altLang="en-US" sz="4533" smtClean="0">
                <a:solidFill>
                  <a:srgbClr val="FAFAFA"/>
                </a:solidFill>
                <a:latin typeface="LG스마트체2.0 SemiBold" panose="020B0600000101010101" pitchFamily="50" charset="-127"/>
                <a:ea typeface="LG스마트체2.0 SemiBold" panose="020B0600000101010101" pitchFamily="50" charset="-127"/>
                <a:cs typeface="Montserrat Bold"/>
              </a:rPr>
              <a:t>통신을</a:t>
            </a:r>
            <a:r>
              <a:rPr lang="en-US" altLang="ko-KR" sz="4533" dirty="0" smtClean="0">
                <a:solidFill>
                  <a:srgbClr val="FAFAFA"/>
                </a:solidFill>
                <a:latin typeface="LG스마트체2.0 SemiBold" panose="020B0600000101010101" pitchFamily="50" charset="-127"/>
                <a:ea typeface="LG스마트체2.0 SemiBold" panose="020B0600000101010101" pitchFamily="50" charset="-127"/>
                <a:cs typeface="Montserrat Bold"/>
              </a:rPr>
              <a:t> </a:t>
            </a:r>
            <a:r>
              <a:rPr lang="ko-KR" altLang="en-US" sz="4533" smtClean="0">
                <a:solidFill>
                  <a:srgbClr val="FAFAFA"/>
                </a:solidFill>
                <a:latin typeface="LG스마트체2.0 SemiBold" panose="020B0600000101010101" pitchFamily="50" charset="-127"/>
                <a:ea typeface="LG스마트체2.0 SemiBold" panose="020B0600000101010101" pitchFamily="50" charset="-127"/>
                <a:cs typeface="Montserrat Bold"/>
              </a:rPr>
              <a:t>활용한 </a:t>
            </a:r>
            <a:r>
              <a:rPr lang="ko-KR" altLang="en-US" sz="4533" b="0" i="0" u="none" strike="noStrike" smtClean="0">
                <a:solidFill>
                  <a:srgbClr val="FAFAFA"/>
                </a:solidFill>
                <a:latin typeface="LG스마트체2.0 SemiBold" panose="020B0600000101010101" pitchFamily="50" charset="-127"/>
                <a:ea typeface="LG스마트체2.0 SemiBold" panose="020B0600000101010101" pitchFamily="50" charset="-127"/>
                <a:cs typeface="Montserrat Bold"/>
              </a:rPr>
              <a:t>쿵야 캐치 마인드 게임 구현</a:t>
            </a:r>
            <a:endParaRPr lang="en-US" sz="4533" b="0" i="0" u="none" strike="noStrike" dirty="0">
              <a:solidFill>
                <a:srgbClr val="FAFAFA"/>
              </a:solidFill>
              <a:latin typeface="LG스마트체2.0 SemiBold" panose="020B0600000101010101" pitchFamily="50" charset="-127"/>
              <a:ea typeface="LG스마트체2.0 SemiBold" panose="020B0600000101010101" pitchFamily="50" charset="-127"/>
              <a:cs typeface="Montserrat Bold"/>
            </a:endParaRPr>
          </a:p>
        </p:txBody>
      </p:sp>
      <p:sp>
        <p:nvSpPr>
          <p:cNvPr id="30" name="TextBox 28"/>
          <p:cNvSpPr txBox="1"/>
          <p:nvPr/>
        </p:nvSpPr>
        <p:spPr>
          <a:xfrm>
            <a:off x="1181100" y="1993900"/>
            <a:ext cx="8966200" cy="431800"/>
          </a:xfrm>
          <a:prstGeom prst="rect">
            <a:avLst/>
          </a:prstGeom>
        </p:spPr>
        <p:txBody>
          <a:bodyPr lIns="0" tIns="30480" rIns="0" bIns="0" rtlCol="0" anchor="t"/>
          <a:lstStyle/>
          <a:p>
            <a:pPr lvl="0" algn="r">
              <a:lnSpc>
                <a:spcPct val="99600"/>
              </a:lnSpc>
            </a:pPr>
            <a:r>
              <a:rPr lang="ko-KR" altLang="en-US" sz="2400" b="0" i="0" u="none" strike="noStrike" dirty="0" smtClean="0">
                <a:solidFill>
                  <a:srgbClr val="FAFAFA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Work Sans Regular"/>
              </a:rPr>
              <a:t>소속</a:t>
            </a:r>
            <a:r>
              <a:rPr lang="en-US" altLang="ko-KR" sz="2400" dirty="0">
                <a:solidFill>
                  <a:srgbClr val="FAFAFA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Work Sans Regular"/>
              </a:rPr>
              <a:t>/</a:t>
            </a:r>
            <a:r>
              <a:rPr lang="ko-KR" altLang="en-US" sz="2400" b="0" i="0" u="none" strike="noStrike" smtClean="0">
                <a:solidFill>
                  <a:srgbClr val="FAFAFA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Work Sans Regular"/>
              </a:rPr>
              <a:t>성명 </a:t>
            </a:r>
            <a:r>
              <a:rPr lang="en-US" altLang="ko-KR" sz="2400" b="0" i="0" u="none" strike="noStrike" dirty="0" smtClean="0">
                <a:solidFill>
                  <a:srgbClr val="FAFAFA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Work Sans Regular"/>
              </a:rPr>
              <a:t>: </a:t>
            </a:r>
            <a:r>
              <a:rPr lang="ko-KR" altLang="en-US" sz="2400" b="0" i="0" u="none" strike="noStrike" smtClean="0">
                <a:solidFill>
                  <a:srgbClr val="FAFAFA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Work Sans Regular"/>
              </a:rPr>
              <a:t>엄제원</a:t>
            </a:r>
            <a:r>
              <a:rPr lang="en-US" altLang="ko-KR" sz="2400" b="0" i="0" u="none" strike="noStrike" dirty="0" smtClean="0">
                <a:solidFill>
                  <a:srgbClr val="FAFAFA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Work Sans Regular"/>
              </a:rPr>
              <a:t>, </a:t>
            </a:r>
            <a:r>
              <a:rPr lang="ko-KR" altLang="en-US" sz="2400" b="0" i="0" u="none" strike="noStrike" smtClean="0">
                <a:solidFill>
                  <a:srgbClr val="FAFAFA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Work Sans Regular"/>
              </a:rPr>
              <a:t>이경환</a:t>
            </a:r>
            <a:r>
              <a:rPr lang="en-US" altLang="ko-KR" sz="2400" b="0" i="0" u="none" strike="noStrike" dirty="0" smtClean="0">
                <a:solidFill>
                  <a:srgbClr val="FAFAFA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Work Sans Regular"/>
              </a:rPr>
              <a:t>, </a:t>
            </a:r>
            <a:r>
              <a:rPr lang="ko-KR" altLang="en-US" sz="2400" b="0" i="0" u="none" strike="noStrike" smtClean="0">
                <a:solidFill>
                  <a:srgbClr val="FAFAFA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Work Sans Regular"/>
              </a:rPr>
              <a:t>윤지원</a:t>
            </a:r>
            <a:r>
              <a:rPr lang="en-US" altLang="ko-KR" sz="2400" b="0" i="0" u="none" strike="noStrike" dirty="0" smtClean="0">
                <a:solidFill>
                  <a:srgbClr val="FAFAFA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Work Sans Regular"/>
              </a:rPr>
              <a:t> </a:t>
            </a:r>
            <a:endParaRPr lang="en-US" sz="2400" b="0" i="0" u="none" strike="noStrike" dirty="0">
              <a:solidFill>
                <a:srgbClr val="FAFAFA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  <a:cs typeface="Work Sans Regular"/>
            </a:endParaRPr>
          </a:p>
        </p:txBody>
      </p:sp>
      <p:sp>
        <p:nvSpPr>
          <p:cNvPr id="31" name="TextBox 17"/>
          <p:cNvSpPr txBox="1"/>
          <p:nvPr/>
        </p:nvSpPr>
        <p:spPr>
          <a:xfrm>
            <a:off x="3022600" y="15379700"/>
            <a:ext cx="5283200" cy="330200"/>
          </a:xfrm>
          <a:prstGeom prst="rect">
            <a:avLst/>
          </a:prstGeom>
        </p:spPr>
        <p:txBody>
          <a:bodyPr lIns="0" tIns="23707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1866" b="1" dirty="0" smtClean="0">
                <a:solidFill>
                  <a:srgbClr val="FAFAFA"/>
                </a:solidFill>
                <a:latin typeface="LG스마트체2.0 Bold" panose="020B0600000101010101" pitchFamily="50" charset="-127"/>
                <a:ea typeface="LG스마트체2.0 Bold" panose="020B0600000101010101" pitchFamily="50" charset="-127"/>
                <a:cs typeface="Montserrat Bold"/>
              </a:rPr>
              <a:t>LG ELECTRONICS</a:t>
            </a:r>
            <a:endParaRPr lang="en-US" sz="1866" b="1" i="0" u="none" strike="noStrike" dirty="0">
              <a:solidFill>
                <a:srgbClr val="FAFAFA"/>
              </a:solidFill>
              <a:latin typeface="LG스마트체2.0 Bold" panose="020B0600000101010101" pitchFamily="50" charset="-127"/>
              <a:ea typeface="LG스마트체2.0 Bold" panose="020B0600000101010101" pitchFamily="50" charset="-127"/>
              <a:cs typeface="Montserrat Bold"/>
            </a:endParaRPr>
          </a:p>
        </p:txBody>
      </p:sp>
      <p:pic>
        <p:nvPicPr>
          <p:cNvPr id="32" name="그림 31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4650" y="4902199"/>
            <a:ext cx="10566400" cy="8763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87950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1315700" cy="160020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036800"/>
            <a:ext cx="11315700" cy="9779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-25400"/>
            <a:ext cx="11315700" cy="27559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0800000">
            <a:off x="7023100" y="0"/>
            <a:ext cx="4292600" cy="27305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0800000">
            <a:off x="0" y="-12700"/>
            <a:ext cx="3962400" cy="27305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4700" y="3225800"/>
            <a:ext cx="9791700" cy="736600"/>
          </a:xfrm>
          <a:prstGeom prst="rect">
            <a:avLst/>
          </a:prstGeom>
        </p:spPr>
      </p:pic>
      <p:pic>
        <p:nvPicPr>
          <p:cNvPr id="14" name="Picture 1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0200" y="3098800"/>
            <a:ext cx="1003300" cy="1003300"/>
          </a:xfrm>
          <a:prstGeom prst="rect">
            <a:avLst/>
          </a:prstGeom>
        </p:spPr>
      </p:pic>
      <p:sp>
        <p:nvSpPr>
          <p:cNvPr id="23" name="TextBox 23"/>
          <p:cNvSpPr txBox="1"/>
          <p:nvPr/>
        </p:nvSpPr>
        <p:spPr>
          <a:xfrm>
            <a:off x="1270000" y="3327400"/>
            <a:ext cx="8877300" cy="571500"/>
          </a:xfrm>
          <a:prstGeom prst="rect">
            <a:avLst/>
          </a:prstGeom>
        </p:spPr>
        <p:txBody>
          <a:bodyPr lIns="0" tIns="40640" rIns="0" bIns="0" rtlCol="0" anchor="t"/>
          <a:lstStyle/>
          <a:p>
            <a:pPr lvl="0" algn="ctr">
              <a:lnSpc>
                <a:spcPct val="99600"/>
              </a:lnSpc>
            </a:pPr>
            <a:r>
              <a:rPr lang="ko-KR" altLang="en-US" sz="3200" dirty="0" smtClean="0">
                <a:solidFill>
                  <a:srgbClr val="FAFAFA"/>
                </a:solidFill>
                <a:latin typeface="LG스마트체2.0 Bold" panose="020B0600000101010101" pitchFamily="50" charset="-127"/>
                <a:ea typeface="LG스마트체2.0 Bold" panose="020B0600000101010101" pitchFamily="50" charset="-127"/>
                <a:cs typeface="Montserrat Bold"/>
              </a:rPr>
              <a:t>화면 예시</a:t>
            </a:r>
            <a:endParaRPr lang="en-US" sz="3200" b="0" i="0" u="none" strike="noStrike" dirty="0">
              <a:solidFill>
                <a:srgbClr val="FAFAFA"/>
              </a:solidFill>
              <a:latin typeface="LG스마트체2.0 Bold" panose="020B0600000101010101" pitchFamily="50" charset="-127"/>
              <a:ea typeface="LG스마트체2.0 Bold" panose="020B0600000101010101" pitchFamily="50" charset="-127"/>
              <a:cs typeface="Montserrat Bold"/>
            </a:endParaRPr>
          </a:p>
        </p:txBody>
      </p:sp>
      <p:sp>
        <p:nvSpPr>
          <p:cNvPr id="26" name="TextBox 26"/>
          <p:cNvSpPr txBox="1"/>
          <p:nvPr/>
        </p:nvSpPr>
        <p:spPr>
          <a:xfrm>
            <a:off x="546100" y="3327400"/>
            <a:ext cx="584200" cy="571500"/>
          </a:xfrm>
          <a:prstGeom prst="rect">
            <a:avLst/>
          </a:prstGeom>
        </p:spPr>
        <p:txBody>
          <a:bodyPr lIns="0" tIns="40640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3200" b="0" i="0" u="none" strike="noStrike" dirty="0" smtClean="0">
                <a:solidFill>
                  <a:srgbClr val="FAFAFA"/>
                </a:solidFill>
                <a:latin typeface="LG스마트체2.0 Bold" panose="020B0600000101010101" pitchFamily="50" charset="-127"/>
                <a:ea typeface="LG스마트체2.0 Bold" panose="020B0600000101010101" pitchFamily="50" charset="-127"/>
                <a:cs typeface="Montserrat Bold"/>
              </a:rPr>
              <a:t>04</a:t>
            </a:r>
            <a:endParaRPr lang="en-US" sz="3200" b="0" i="0" u="none" strike="noStrike" dirty="0">
              <a:solidFill>
                <a:srgbClr val="FAFAFA"/>
              </a:solidFill>
              <a:latin typeface="LG스마트체2.0 Bold" panose="020B0600000101010101" pitchFamily="50" charset="-127"/>
              <a:ea typeface="LG스마트체2.0 Bold" panose="020B0600000101010101" pitchFamily="50" charset="-127"/>
              <a:cs typeface="Montserrat Bold"/>
            </a:endParaRPr>
          </a:p>
        </p:txBody>
      </p:sp>
      <p:sp>
        <p:nvSpPr>
          <p:cNvPr id="29" name="TextBox 27"/>
          <p:cNvSpPr txBox="1"/>
          <p:nvPr/>
        </p:nvSpPr>
        <p:spPr>
          <a:xfrm>
            <a:off x="736600" y="533400"/>
            <a:ext cx="9829800" cy="1384300"/>
          </a:xfrm>
          <a:prstGeom prst="rect">
            <a:avLst/>
          </a:prstGeom>
        </p:spPr>
        <p:txBody>
          <a:bodyPr lIns="0" tIns="115146" rIns="0" bIns="0" rtlCol="0" anchor="t"/>
          <a:lstStyle/>
          <a:p>
            <a:pPr lvl="0" algn="ctr">
              <a:lnSpc>
                <a:spcPct val="83000"/>
              </a:lnSpc>
            </a:pPr>
            <a:r>
              <a:rPr lang="ko-KR" altLang="en-US" sz="4533" dirty="0">
                <a:solidFill>
                  <a:srgbClr val="FAFAFA"/>
                </a:solidFill>
                <a:latin typeface="LG스마트체2.0 SemiBold" panose="020B0600000101010101" pitchFamily="50" charset="-127"/>
                <a:ea typeface="LG스마트체2.0 SemiBold" panose="020B0600000101010101" pitchFamily="50" charset="-127"/>
                <a:cs typeface="Montserrat Bold"/>
              </a:rPr>
              <a:t>다중 클라이언트 실시간 </a:t>
            </a:r>
            <a:r>
              <a:rPr lang="en-US" altLang="ko-KR" sz="4533" dirty="0">
                <a:solidFill>
                  <a:srgbClr val="FAFAFA"/>
                </a:solidFill>
                <a:latin typeface="LG스마트체2.0 SemiBold" panose="020B0600000101010101" pitchFamily="50" charset="-127"/>
                <a:ea typeface="LG스마트체2.0 SemiBold" panose="020B0600000101010101" pitchFamily="50" charset="-127"/>
                <a:cs typeface="Montserrat Bold"/>
              </a:rPr>
              <a:t>UDP </a:t>
            </a:r>
            <a:r>
              <a:rPr lang="ko-KR" altLang="en-US" sz="4533" smtClean="0">
                <a:solidFill>
                  <a:srgbClr val="FAFAFA"/>
                </a:solidFill>
                <a:latin typeface="LG스마트체2.0 SemiBold" panose="020B0600000101010101" pitchFamily="50" charset="-127"/>
                <a:ea typeface="LG스마트체2.0 SemiBold" panose="020B0600000101010101" pitchFamily="50" charset="-127"/>
                <a:cs typeface="Montserrat Bold"/>
              </a:rPr>
              <a:t>통신을</a:t>
            </a:r>
            <a:r>
              <a:rPr lang="en-US" altLang="ko-KR" sz="4533" dirty="0" smtClean="0">
                <a:solidFill>
                  <a:srgbClr val="FAFAFA"/>
                </a:solidFill>
                <a:latin typeface="LG스마트체2.0 SemiBold" panose="020B0600000101010101" pitchFamily="50" charset="-127"/>
                <a:ea typeface="LG스마트체2.0 SemiBold" panose="020B0600000101010101" pitchFamily="50" charset="-127"/>
                <a:cs typeface="Montserrat Bold"/>
              </a:rPr>
              <a:t> </a:t>
            </a:r>
            <a:r>
              <a:rPr lang="ko-KR" altLang="en-US" sz="4533" smtClean="0">
                <a:solidFill>
                  <a:srgbClr val="FAFAFA"/>
                </a:solidFill>
                <a:latin typeface="LG스마트체2.0 SemiBold" panose="020B0600000101010101" pitchFamily="50" charset="-127"/>
                <a:ea typeface="LG스마트체2.0 SemiBold" panose="020B0600000101010101" pitchFamily="50" charset="-127"/>
                <a:cs typeface="Montserrat Bold"/>
              </a:rPr>
              <a:t>활용한 </a:t>
            </a:r>
            <a:r>
              <a:rPr lang="ko-KR" altLang="en-US" sz="4533" b="0" i="0" u="none" strike="noStrike" smtClean="0">
                <a:solidFill>
                  <a:srgbClr val="FAFAFA"/>
                </a:solidFill>
                <a:latin typeface="LG스마트체2.0 SemiBold" panose="020B0600000101010101" pitchFamily="50" charset="-127"/>
                <a:ea typeface="LG스마트체2.0 SemiBold" panose="020B0600000101010101" pitchFamily="50" charset="-127"/>
                <a:cs typeface="Montserrat Bold"/>
              </a:rPr>
              <a:t>쿵야 캐치 마인드 게임 구현</a:t>
            </a:r>
            <a:endParaRPr lang="en-US" sz="4533" b="0" i="0" u="none" strike="noStrike" dirty="0">
              <a:solidFill>
                <a:srgbClr val="FAFAFA"/>
              </a:solidFill>
              <a:latin typeface="LG스마트체2.0 SemiBold" panose="020B0600000101010101" pitchFamily="50" charset="-127"/>
              <a:ea typeface="LG스마트체2.0 SemiBold" panose="020B0600000101010101" pitchFamily="50" charset="-127"/>
              <a:cs typeface="Montserrat Bold"/>
            </a:endParaRPr>
          </a:p>
        </p:txBody>
      </p:sp>
      <p:sp>
        <p:nvSpPr>
          <p:cNvPr id="30" name="TextBox 28"/>
          <p:cNvSpPr txBox="1"/>
          <p:nvPr/>
        </p:nvSpPr>
        <p:spPr>
          <a:xfrm>
            <a:off x="1181100" y="1993900"/>
            <a:ext cx="8966200" cy="431800"/>
          </a:xfrm>
          <a:prstGeom prst="rect">
            <a:avLst/>
          </a:prstGeom>
        </p:spPr>
        <p:txBody>
          <a:bodyPr lIns="0" tIns="30480" rIns="0" bIns="0" rtlCol="0" anchor="t"/>
          <a:lstStyle/>
          <a:p>
            <a:pPr lvl="0" algn="r">
              <a:lnSpc>
                <a:spcPct val="99600"/>
              </a:lnSpc>
            </a:pPr>
            <a:r>
              <a:rPr lang="ko-KR" altLang="en-US" sz="2400" b="0" i="0" u="none" strike="noStrike" dirty="0" smtClean="0">
                <a:solidFill>
                  <a:srgbClr val="FAFAFA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Work Sans Regular"/>
              </a:rPr>
              <a:t>소속</a:t>
            </a:r>
            <a:r>
              <a:rPr lang="en-US" altLang="ko-KR" sz="2400" dirty="0">
                <a:solidFill>
                  <a:srgbClr val="FAFAFA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Work Sans Regular"/>
              </a:rPr>
              <a:t>/</a:t>
            </a:r>
            <a:r>
              <a:rPr lang="ko-KR" altLang="en-US" sz="2400" b="0" i="0" u="none" strike="noStrike" smtClean="0">
                <a:solidFill>
                  <a:srgbClr val="FAFAFA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Work Sans Regular"/>
              </a:rPr>
              <a:t>성명 </a:t>
            </a:r>
            <a:r>
              <a:rPr lang="en-US" altLang="ko-KR" sz="2400" b="0" i="0" u="none" strike="noStrike" dirty="0" smtClean="0">
                <a:solidFill>
                  <a:srgbClr val="FAFAFA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Work Sans Regular"/>
              </a:rPr>
              <a:t>: </a:t>
            </a:r>
            <a:r>
              <a:rPr lang="ko-KR" altLang="en-US" sz="2400" b="0" i="0" u="none" strike="noStrike" smtClean="0">
                <a:solidFill>
                  <a:srgbClr val="FAFAFA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Work Sans Regular"/>
              </a:rPr>
              <a:t>엄제원</a:t>
            </a:r>
            <a:r>
              <a:rPr lang="en-US" altLang="ko-KR" sz="2400" b="0" i="0" u="none" strike="noStrike" dirty="0" smtClean="0">
                <a:solidFill>
                  <a:srgbClr val="FAFAFA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Work Sans Regular"/>
              </a:rPr>
              <a:t>, </a:t>
            </a:r>
            <a:r>
              <a:rPr lang="ko-KR" altLang="en-US" sz="2400" b="0" i="0" u="none" strike="noStrike" smtClean="0">
                <a:solidFill>
                  <a:srgbClr val="FAFAFA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Work Sans Regular"/>
              </a:rPr>
              <a:t>이경환</a:t>
            </a:r>
            <a:r>
              <a:rPr lang="en-US" altLang="ko-KR" sz="2400" b="0" i="0" u="none" strike="noStrike" dirty="0" smtClean="0">
                <a:solidFill>
                  <a:srgbClr val="FAFAFA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Work Sans Regular"/>
              </a:rPr>
              <a:t>, </a:t>
            </a:r>
            <a:r>
              <a:rPr lang="ko-KR" altLang="en-US" sz="2400" b="0" i="0" u="none" strike="noStrike" smtClean="0">
                <a:solidFill>
                  <a:srgbClr val="FAFAFA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Work Sans Regular"/>
              </a:rPr>
              <a:t>윤지원</a:t>
            </a:r>
            <a:r>
              <a:rPr lang="en-US" altLang="ko-KR" sz="2400" b="0" i="0" u="none" strike="noStrike" dirty="0" smtClean="0">
                <a:solidFill>
                  <a:srgbClr val="FAFAFA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Work Sans Regular"/>
              </a:rPr>
              <a:t> </a:t>
            </a:r>
            <a:endParaRPr lang="en-US" sz="2400" b="0" i="0" u="none" strike="noStrike" dirty="0">
              <a:solidFill>
                <a:srgbClr val="FAFAFA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  <a:cs typeface="Work Sans Regular"/>
            </a:endParaRPr>
          </a:p>
        </p:txBody>
      </p:sp>
      <p:sp>
        <p:nvSpPr>
          <p:cNvPr id="31" name="TextBox 17"/>
          <p:cNvSpPr txBox="1"/>
          <p:nvPr/>
        </p:nvSpPr>
        <p:spPr>
          <a:xfrm>
            <a:off x="3022600" y="15379700"/>
            <a:ext cx="5283200" cy="330200"/>
          </a:xfrm>
          <a:prstGeom prst="rect">
            <a:avLst/>
          </a:prstGeom>
        </p:spPr>
        <p:txBody>
          <a:bodyPr lIns="0" tIns="23707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1866" b="1" dirty="0" smtClean="0">
                <a:solidFill>
                  <a:srgbClr val="FAFAFA"/>
                </a:solidFill>
                <a:latin typeface="LG스마트체2.0 Bold" panose="020B0600000101010101" pitchFamily="50" charset="-127"/>
                <a:ea typeface="LG스마트체2.0 Bold" panose="020B0600000101010101" pitchFamily="50" charset="-127"/>
                <a:cs typeface="Montserrat Bold"/>
              </a:rPr>
              <a:t>LG ELECTRONICS</a:t>
            </a:r>
            <a:endParaRPr lang="en-US" sz="1866" b="1" i="0" u="none" strike="noStrike" dirty="0">
              <a:solidFill>
                <a:srgbClr val="FAFAFA"/>
              </a:solidFill>
              <a:latin typeface="LG스마트체2.0 Bold" panose="020B0600000101010101" pitchFamily="50" charset="-127"/>
              <a:ea typeface="LG스마트체2.0 Bold" panose="020B0600000101010101" pitchFamily="50" charset="-127"/>
              <a:cs typeface="Montserrat Bold"/>
            </a:endParaRPr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4700" y="4241800"/>
            <a:ext cx="4320000" cy="2529501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4700" y="6993029"/>
            <a:ext cx="4320000" cy="2495245"/>
          </a:xfrm>
          <a:prstGeom prst="rect">
            <a:avLst/>
          </a:prstGeom>
        </p:spPr>
      </p:pic>
      <p:pic>
        <p:nvPicPr>
          <p:cNvPr id="9" name="그림 8"/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2780" y="6968441"/>
            <a:ext cx="4320000" cy="2517895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2780" y="4241800"/>
            <a:ext cx="4320000" cy="2511237"/>
          </a:xfrm>
          <a:prstGeom prst="rect">
            <a:avLst/>
          </a:prstGeom>
        </p:spPr>
      </p:pic>
      <p:pic>
        <p:nvPicPr>
          <p:cNvPr id="12" name="그림 11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4700" y="12492592"/>
            <a:ext cx="4320000" cy="2548125"/>
          </a:xfrm>
          <a:prstGeom prst="rect">
            <a:avLst/>
          </a:prstGeom>
        </p:spPr>
      </p:pic>
      <p:pic>
        <p:nvPicPr>
          <p:cNvPr id="13" name="그림 12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4700" y="9735876"/>
            <a:ext cx="4320000" cy="2477346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2780" y="12430973"/>
            <a:ext cx="4320000" cy="2587563"/>
          </a:xfrm>
          <a:prstGeom prst="rect">
            <a:avLst/>
          </a:prstGeom>
        </p:spPr>
      </p:pic>
      <p:pic>
        <p:nvPicPr>
          <p:cNvPr id="16" name="그림 15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2780" y="9701740"/>
            <a:ext cx="4320000" cy="25138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82894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1315700" cy="160020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036800"/>
            <a:ext cx="11315700" cy="9779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-25400"/>
            <a:ext cx="11315700" cy="27559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0800000">
            <a:off x="7023100" y="0"/>
            <a:ext cx="4292600" cy="27305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0800000">
            <a:off x="0" y="-12700"/>
            <a:ext cx="3962400" cy="27305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70500" y="3251200"/>
            <a:ext cx="6223000" cy="29718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70500" y="3251200"/>
            <a:ext cx="3098800" cy="30988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99100" y="9931400"/>
            <a:ext cx="5143500" cy="48260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6400" y="6311900"/>
            <a:ext cx="4419600" cy="33655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4700" y="3225800"/>
            <a:ext cx="4089400" cy="7366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892800" y="6667500"/>
            <a:ext cx="4673600" cy="7366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74700" y="10414000"/>
            <a:ext cx="4089400" cy="736600"/>
          </a:xfrm>
          <a:prstGeom prst="rect">
            <a:avLst/>
          </a:prstGeom>
        </p:spPr>
      </p:pic>
      <p:pic>
        <p:nvPicPr>
          <p:cNvPr id="14" name="Picture 14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30200" y="3098800"/>
            <a:ext cx="1003300" cy="1003300"/>
          </a:xfrm>
          <a:prstGeom prst="rect">
            <a:avLst/>
          </a:prstGeom>
        </p:spPr>
      </p:pic>
      <p:pic>
        <p:nvPicPr>
          <p:cNvPr id="15" name="Picture 15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461000" y="6540500"/>
            <a:ext cx="1003300" cy="1003300"/>
          </a:xfrm>
          <a:prstGeom prst="rect">
            <a:avLst/>
          </a:prstGeom>
        </p:spPr>
      </p:pic>
      <p:pic>
        <p:nvPicPr>
          <p:cNvPr id="16" name="Picture 16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30200" y="10274300"/>
            <a:ext cx="1003300" cy="1003300"/>
          </a:xfrm>
          <a:prstGeom prst="rect">
            <a:avLst/>
          </a:prstGeom>
        </p:spPr>
      </p:pic>
      <p:sp>
        <p:nvSpPr>
          <p:cNvPr id="17" name="TextBox 17"/>
          <p:cNvSpPr txBox="1"/>
          <p:nvPr/>
        </p:nvSpPr>
        <p:spPr>
          <a:xfrm>
            <a:off x="3022600" y="15379700"/>
            <a:ext cx="5283200" cy="330200"/>
          </a:xfrm>
          <a:prstGeom prst="rect">
            <a:avLst/>
          </a:prstGeom>
        </p:spPr>
        <p:txBody>
          <a:bodyPr lIns="0" tIns="23707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1866" b="0" i="0" u="none" strike="noStrike">
                <a:solidFill>
                  <a:srgbClr val="FAFAFA"/>
                </a:solidFill>
                <a:latin typeface="Montserrat Bold"/>
                <a:ea typeface="Montserrat Bold"/>
                <a:cs typeface="Montserrat Bold"/>
              </a:rPr>
              <a:t>WWW.YOURSITEHERE.COM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469900" y="4305300"/>
            <a:ext cx="4495800" cy="1892300"/>
          </a:xfrm>
          <a:prstGeom prst="rect">
            <a:avLst/>
          </a:prstGeom>
        </p:spPr>
        <p:txBody>
          <a:bodyPr lIns="0" tIns="30480" rIns="0" bIns="0" rtlCol="0" anchor="t"/>
          <a:lstStyle/>
          <a:p>
            <a:pPr lvl="0" algn="l">
              <a:lnSpc>
                <a:spcPct val="99600"/>
              </a:lnSpc>
            </a:pPr>
            <a:r>
              <a:rPr lang="en-US" sz="2400" b="0" i="0" u="none" strike="noStrike">
                <a:solidFill>
                  <a:srgbClr val="333333"/>
                </a:solidFill>
                <a:latin typeface="Work Sans Regular"/>
                <a:ea typeface="Work Sans Regular"/>
                <a:cs typeface="Work Sans Regular"/>
              </a:rPr>
              <a:t>This study aims to explore the relationship between tectonic plate movements and the occurrence of earthquakes.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5600700" y="7721600"/>
            <a:ext cx="5092700" cy="1892300"/>
          </a:xfrm>
          <a:prstGeom prst="rect">
            <a:avLst/>
          </a:prstGeom>
        </p:spPr>
        <p:txBody>
          <a:bodyPr lIns="0" tIns="30480" rIns="0" bIns="0" rtlCol="0" anchor="t"/>
          <a:lstStyle/>
          <a:p>
            <a:pPr lvl="0" algn="l">
              <a:lnSpc>
                <a:spcPct val="99600"/>
              </a:lnSpc>
            </a:pPr>
            <a:r>
              <a:rPr lang="en-US" sz="2400" b="0" i="0" u="none" strike="noStrike">
                <a:solidFill>
                  <a:srgbClr val="333333"/>
                </a:solidFill>
                <a:latin typeface="Work Sans Regular"/>
                <a:ea typeface="Work Sans Regular"/>
                <a:cs typeface="Work Sans Regular"/>
              </a:rPr>
              <a:t>The research analyzes seismic data and maps plate boundaries to observe how different types of plate interactions lead to earthquake activity.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444500" y="11468100"/>
            <a:ext cx="4546600" cy="3149600"/>
          </a:xfrm>
          <a:prstGeom prst="rect">
            <a:avLst/>
          </a:prstGeom>
        </p:spPr>
        <p:txBody>
          <a:bodyPr lIns="0" tIns="32173" rIns="0" bIns="0" rtlCol="0" anchor="t"/>
          <a:lstStyle/>
          <a:p>
            <a:pPr lvl="0" algn="l">
              <a:lnSpc>
                <a:spcPct val="99600"/>
              </a:lnSpc>
            </a:pPr>
            <a:r>
              <a:rPr lang="en-US" sz="2533" b="0" i="0" u="none" strike="noStrike">
                <a:solidFill>
                  <a:srgbClr val="333333"/>
                </a:solidFill>
                <a:latin typeface="Work Sans Regular"/>
                <a:ea typeface="Work Sans Regular"/>
                <a:cs typeface="Work Sans Regular"/>
              </a:rPr>
              <a:t>Most earthquakes occur at active plate boundaries, confirming tectonic movement as a key cause. Studying these patterns helps scientists predict seismic activity and reduce disaster risks.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270000" y="10502900"/>
            <a:ext cx="3644900" cy="571500"/>
          </a:xfrm>
          <a:prstGeom prst="rect">
            <a:avLst/>
          </a:prstGeom>
        </p:spPr>
        <p:txBody>
          <a:bodyPr lIns="0" tIns="40640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3200" b="0" i="0" u="none" strike="noStrike">
                <a:solidFill>
                  <a:srgbClr val="FAFAFA"/>
                </a:solidFill>
                <a:latin typeface="Montserrat Bold"/>
                <a:ea typeface="Montserrat Bold"/>
                <a:cs typeface="Montserrat Bold"/>
              </a:rPr>
              <a:t>RESULT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6400800" y="6781800"/>
            <a:ext cx="4025900" cy="571500"/>
          </a:xfrm>
          <a:prstGeom prst="rect">
            <a:avLst/>
          </a:prstGeom>
        </p:spPr>
        <p:txBody>
          <a:bodyPr lIns="0" tIns="40640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3200" b="0" i="0" u="none" strike="noStrike">
                <a:solidFill>
                  <a:srgbClr val="FAFAFA"/>
                </a:solidFill>
                <a:latin typeface="Montserrat Bold"/>
                <a:ea typeface="Montserrat Bold"/>
                <a:cs typeface="Montserrat Bold"/>
              </a:rPr>
              <a:t>METHODOLOGY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270000" y="3327400"/>
            <a:ext cx="3644900" cy="571500"/>
          </a:xfrm>
          <a:prstGeom prst="rect">
            <a:avLst/>
          </a:prstGeom>
        </p:spPr>
        <p:txBody>
          <a:bodyPr lIns="0" tIns="40640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3200" b="0" i="0" u="none" strike="noStrike">
                <a:solidFill>
                  <a:srgbClr val="FAFAFA"/>
                </a:solidFill>
                <a:latin typeface="Montserrat Bold"/>
                <a:ea typeface="Montserrat Bold"/>
                <a:cs typeface="Montserrat Bold"/>
              </a:rPr>
              <a:t>INSTRUCTION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5626100" y="6769100"/>
            <a:ext cx="673100" cy="571500"/>
          </a:xfrm>
          <a:prstGeom prst="rect">
            <a:avLst/>
          </a:prstGeom>
        </p:spPr>
        <p:txBody>
          <a:bodyPr lIns="0" tIns="40640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3200" b="0" i="0" u="none" strike="noStrike">
                <a:solidFill>
                  <a:srgbClr val="FAFAFA"/>
                </a:solidFill>
                <a:latin typeface="Montserrat Bold"/>
                <a:ea typeface="Montserrat Bold"/>
                <a:cs typeface="Montserrat Bold"/>
              </a:rPr>
              <a:t>02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495300" y="10502900"/>
            <a:ext cx="673100" cy="571500"/>
          </a:xfrm>
          <a:prstGeom prst="rect">
            <a:avLst/>
          </a:prstGeom>
        </p:spPr>
        <p:txBody>
          <a:bodyPr lIns="0" tIns="40640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3200" b="0" i="0" u="none" strike="noStrike">
                <a:solidFill>
                  <a:srgbClr val="FAFAFA"/>
                </a:solidFill>
                <a:latin typeface="Montserrat Bold"/>
                <a:ea typeface="Montserrat Bold"/>
                <a:cs typeface="Montserrat Bold"/>
              </a:rPr>
              <a:t>03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546100" y="3327400"/>
            <a:ext cx="584200" cy="571500"/>
          </a:xfrm>
          <a:prstGeom prst="rect">
            <a:avLst/>
          </a:prstGeom>
        </p:spPr>
        <p:txBody>
          <a:bodyPr lIns="0" tIns="40640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3200" b="0" i="0" u="none" strike="noStrike">
                <a:solidFill>
                  <a:srgbClr val="FAFAFA"/>
                </a:solidFill>
                <a:latin typeface="Montserrat Bold"/>
                <a:ea typeface="Montserrat Bold"/>
                <a:cs typeface="Montserrat Bold"/>
              </a:rPr>
              <a:t>01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736600" y="533400"/>
            <a:ext cx="9829800" cy="1384300"/>
          </a:xfrm>
          <a:prstGeom prst="rect">
            <a:avLst/>
          </a:prstGeom>
        </p:spPr>
        <p:txBody>
          <a:bodyPr lIns="0" tIns="115146" rIns="0" bIns="0" rtlCol="0" anchor="t"/>
          <a:lstStyle/>
          <a:p>
            <a:pPr lvl="0" algn="ctr">
              <a:lnSpc>
                <a:spcPct val="83000"/>
              </a:lnSpc>
            </a:pPr>
            <a:r>
              <a:rPr lang="en-US" sz="4533" b="0" i="0" u="none" strike="noStrike" dirty="0">
                <a:solidFill>
                  <a:srgbClr val="FAFAFA"/>
                </a:solidFill>
                <a:latin typeface="Montserrat Bold"/>
                <a:ea typeface="Montserrat Bold"/>
                <a:cs typeface="Montserrat Bold"/>
              </a:rPr>
              <a:t>TECTONIC PLATE MOVEMENTS AND EARTHQUAKES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181100" y="1993900"/>
            <a:ext cx="8966200" cy="431800"/>
          </a:xfrm>
          <a:prstGeom prst="rect">
            <a:avLst/>
          </a:prstGeom>
        </p:spPr>
        <p:txBody>
          <a:bodyPr lIns="0" tIns="30480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2400" b="0" i="0" u="none" strike="noStrike">
                <a:solidFill>
                  <a:srgbClr val="FAFAFA"/>
                </a:solidFill>
                <a:latin typeface="Work Sans Regular"/>
                <a:ea typeface="Work Sans Regular"/>
                <a:cs typeface="Work Sans Regular"/>
              </a:rPr>
              <a:t>Lorem ipsum dolor sit amet consectetur adipiscing elit</a:t>
            </a:r>
          </a:p>
        </p:txBody>
      </p:sp>
    </p:spTree>
    <p:extLst>
      <p:ext uri="{BB962C8B-B14F-4D97-AF65-F5344CB8AC3E}">
        <p14:creationId xmlns:p14="http://schemas.microsoft.com/office/powerpoint/2010/main" val="9501934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99</TotalTime>
  <Words>180</Words>
  <Application>Microsoft Office PowerPoint</Application>
  <PresentationFormat>사용자 지정</PresentationFormat>
  <Paragraphs>36</Paragraphs>
  <Slides>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14" baseType="lpstr">
      <vt:lpstr>LG스마트체2.0 SemiBold</vt:lpstr>
      <vt:lpstr>LG스마트체2.0 Regular</vt:lpstr>
      <vt:lpstr>LG스마트체2.0 Light</vt:lpstr>
      <vt:lpstr>Arial</vt:lpstr>
      <vt:lpstr>Montserrat Bold</vt:lpstr>
      <vt:lpstr>맑은 고딕</vt:lpstr>
      <vt:lpstr>LG스마트체2.0 Bold</vt:lpstr>
      <vt:lpstr>Work Sans Regular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cp:lastModifiedBy>엄제원/연구원/Location Unit(jewon.eom@lge.com)</cp:lastModifiedBy>
  <cp:revision>15</cp:revision>
  <dcterms:created xsi:type="dcterms:W3CDTF">2006-08-16T00:00:00Z</dcterms:created>
  <dcterms:modified xsi:type="dcterms:W3CDTF">2026-04-21T02:13:20Z</dcterms:modified>
</cp:coreProperties>
</file>