
<file path=[Content_Types].xml><?xml version="1.0" encoding="utf-8"?>
<Types xmlns="http://schemas.openxmlformats.org/package/2006/content-types">
  <Default ContentType="application/x-fontdata" Extension="fntdata"/>
  <Default ContentType="image/jpeg" Extension="jpeg"/>
  <Default ContentType="image/png" Extension="png"/>
  <Default ContentType="application/vnd.openxmlformats-package.relationships+xml" Extension="rels"/>
  <Default ContentType="application/xml" Extension="xml"/>
  <Override ContentType="application/vnd.openxmlformats-officedocument.extended-properties+xml" PartName="/docProps/app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tableStyles+xml" PartName="/ppt/tableStyles.xml"/>
  <Override ContentType="application/vnd.openxmlformats-officedocument.theme+xml" PartName="/ppt/theme/theme1.xml"/>
  <Override ContentType="application/vnd.openxmlformats-officedocument.presentationml.viewProps+xml" PartName="/ppt/viewProps.xml"/>
</Types>
</file>

<file path=_rels/.rels><?xml version="1.0" encoding="UTF-8" standalone="yes"?><Relationships xmlns="http://schemas.openxmlformats.org/package/2006/relationships"><Relationship Id="rId1" Target="ppt/presentation.xml" Type="http://schemas.openxmlformats.org/officeDocument/2006/relationships/officeDocument"/><Relationship Id="rId2" Target="docProps/thumbnail.jpeg" Type="http://schemas.openxmlformats.org/package/2006/relationships/metadata/thumbnail"/><Relationship Id="rId3" Target="docProps/core.xml" Type="http://schemas.openxmlformats.org/package/2006/relationships/metadata/core-properties"/><Relationship Id="rId4" Target="docProps/app.xml" Type="http://schemas.openxmlformats.org/officeDocument/2006/relationships/extended-properties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true" embedTrueTypeFonts="true">
  <p:sldMasterIdLst>
    <p:sldMasterId id="2147483648" r:id="rId1"/>
  </p:sldMasterIdLst>
  <p:sldIdLst>
    <p:sldId id="256" r:id="rId6"/>
  </p:sldIdLst>
  <p:sldSz cx="11315700" cy="16002000"/>
  <p:notesSz cx="6858000" cy="9144000"/>
  <p:embeddedFontLst>
    <p:embeddedFont>
      <p:font typeface="Montserrat Bold"/>
      <p:bold r:id="rId7"/>
    </p:embeddedFont>
    <p:embeddedFont>
      <p:font typeface="Work Sans Regular"/>
      <p:regular r:id="rId8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1" Target="slideMasters/slideMaster1.xml" Type="http://schemas.openxmlformats.org/officeDocument/2006/relationships/slideMaster"/><Relationship Id="rId2" Target="presProps.xml" Type="http://schemas.openxmlformats.org/officeDocument/2006/relationships/presProps"/><Relationship Id="rId3" Target="viewProps.xml" Type="http://schemas.openxmlformats.org/officeDocument/2006/relationships/viewProps"/><Relationship Id="rId4" Target="theme/theme1.xml" Type="http://schemas.openxmlformats.org/officeDocument/2006/relationships/theme"/><Relationship Id="rId5" Target="tableStyles.xml" Type="http://schemas.openxmlformats.org/officeDocument/2006/relationships/tableStyles"/><Relationship Id="rId6" Target="slides/slide1.xml" Type="http://schemas.openxmlformats.org/officeDocument/2006/relationships/slide"/><Relationship Id="rId7" Target="fonts/font1.fntdata" Type="http://schemas.openxmlformats.org/officeDocument/2006/relationships/font"/><Relationship Id="rId8" Target="fonts/font2.fntdata" Type="http://schemas.openxmlformats.org/officeDocument/2006/relationships/font"/></Relationships>
</file>

<file path=ppt/slideLayouts/_rels/slideLayout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2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3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4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5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6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7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8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9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0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arget="../slideLayouts/slideLayout1.xml" Type="http://schemas.openxmlformats.org/officeDocument/2006/relationships/slideLayout"/><Relationship Id="rId10" Target="../slideLayouts/slideLayout10.xml" Type="http://schemas.openxmlformats.org/officeDocument/2006/relationships/slideLayout"/><Relationship Id="rId11" Target="../slideLayouts/slideLayout11.xml" Type="http://schemas.openxmlformats.org/officeDocument/2006/relationships/slideLayout"/><Relationship Id="rId12" Target="../theme/theme1.xml" Type="http://schemas.openxmlformats.org/officeDocument/2006/relationships/theme"/><Relationship Id="rId2" Target="../slideLayouts/slideLayout2.xml" Type="http://schemas.openxmlformats.org/officeDocument/2006/relationships/slideLayout"/><Relationship Id="rId3" Target="../slideLayouts/slideLayout3.xml" Type="http://schemas.openxmlformats.org/officeDocument/2006/relationships/slideLayout"/><Relationship Id="rId4" Target="../slideLayouts/slideLayout4.xml" Type="http://schemas.openxmlformats.org/officeDocument/2006/relationships/slideLayout"/><Relationship Id="rId5" Target="../slideLayouts/slideLayout5.xml" Type="http://schemas.openxmlformats.org/officeDocument/2006/relationships/slideLayout"/><Relationship Id="rId6" Target="../slideLayouts/slideLayout6.xml" Type="http://schemas.openxmlformats.org/officeDocument/2006/relationships/slideLayout"/><Relationship Id="rId7" Target="../slideLayouts/slideLayout7.xml" Type="http://schemas.openxmlformats.org/officeDocument/2006/relationships/slideLayout"/><Relationship Id="rId8" Target="../slideLayouts/slideLayout8.xml" Type="http://schemas.openxmlformats.org/officeDocument/2006/relationships/slideLayout"/><Relationship Id="rId9" Target="../slideLayouts/slideLayout9.xml" Type="http://schemas.openxmlformats.org/officeDocument/2006/relationships/slideLayout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9.png" Type="http://schemas.openxmlformats.org/officeDocument/2006/relationships/image"/><Relationship Id="rId11" Target="../media/image10.png" Type="http://schemas.openxmlformats.org/officeDocument/2006/relationships/image"/><Relationship Id="rId12" Target="../media/image11.png" Type="http://schemas.openxmlformats.org/officeDocument/2006/relationships/image"/><Relationship Id="rId13" Target="../media/image12.png" Type="http://schemas.openxmlformats.org/officeDocument/2006/relationships/image"/><Relationship Id="rId14" Target="../media/image13.png" Type="http://schemas.openxmlformats.org/officeDocument/2006/relationships/image"/><Relationship Id="rId15" Target="../media/image14.png" Type="http://schemas.openxmlformats.org/officeDocument/2006/relationships/image"/><Relationship Id="rId16" Target="../media/image15.png" Type="http://schemas.openxmlformats.org/officeDocument/2006/relationships/image"/><Relationship Id="rId2" Target="../media/image1.png" Type="http://schemas.openxmlformats.org/officeDocument/2006/relationships/image"/><Relationship Id="rId3" Target="../media/image2.png" Type="http://schemas.openxmlformats.org/officeDocument/2006/relationships/image"/><Relationship Id="rId4" Target="../media/image3.png" Type="http://schemas.openxmlformats.org/officeDocument/2006/relationships/image"/><Relationship Id="rId5" Target="../media/image4.png" Type="http://schemas.openxmlformats.org/officeDocument/2006/relationships/image"/><Relationship Id="rId6" Target="../media/image5.png" Type="http://schemas.openxmlformats.org/officeDocument/2006/relationships/image"/><Relationship Id="rId7" Target="../media/image6.png" Type="http://schemas.openxmlformats.org/officeDocument/2006/relationships/image"/><Relationship Id="rId8" Target="../media/image7.png" Type="http://schemas.openxmlformats.org/officeDocument/2006/relationships/image"/><Relationship Id="rId9" Target="../media/image8.png" Type="http://schemas.openxmlformats.org/officeDocument/2006/relationships/image"/></Relationships>
</file>

<file path=ppt/slides/slide1.xml><?xml version="1.0" encoding="utf-8"?>
<p:sld xmlns:p="http://schemas.openxmlformats.org/presentationml/2006/main" xmlns:a="http://schemas.openxmlformats.org/drawingml/2006/main">
  <p:cSld>
    <p:bg xmlns:r="http://schemas.openxmlformats.org/officeDocument/2006/relationships">
      <p:bgPr>
        <a:solidFill>
          <a:srgbClr val="FFFFFF"/>
        </a:solidFill>
      </p:bgPr>
    </p:bg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tretch>
            <a:fillRect/>
          </a:stretch>
        </p:blipFill>
        <p:spPr>
          <a:xfrm rot="0">
            <a:off x="0" y="0"/>
            <a:ext cx="11315700" cy="16002000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3"/>
          <a:stretch>
            <a:fillRect/>
          </a:stretch>
        </p:blipFill>
        <p:spPr>
          <a:xfrm rot="0">
            <a:off x="0" y="15036800"/>
            <a:ext cx="11315700" cy="977900"/>
          </a:xfrm>
          <a:prstGeom prst="rect">
            <a:avLst/>
          </a:prstGeom>
        </p:spPr>
      </p:pic>
      <p:pic>
        <p:nvPicPr>
          <p:cNvPr name="Picture 4" id="4"/>
          <p:cNvPicPr>
            <a:picLocks noChangeAspect="true"/>
          </p:cNvPicPr>
          <p:nvPr/>
        </p:nvPicPr>
        <p:blipFill>
          <a:blip r:embed="rId4"/>
          <a:stretch>
            <a:fillRect/>
          </a:stretch>
        </p:blipFill>
        <p:spPr>
          <a:xfrm rot="0">
            <a:off x="0" y="-25400"/>
            <a:ext cx="11315700" cy="2755900"/>
          </a:xfrm>
          <a:prstGeom prst="rect">
            <a:avLst/>
          </a:prstGeom>
        </p:spPr>
      </p:pic>
      <p:pic>
        <p:nvPicPr>
          <p:cNvPr name="Picture 5" id="5"/>
          <p:cNvPicPr>
            <a:picLocks noChangeAspect="true"/>
          </p:cNvPicPr>
          <p:nvPr/>
        </p:nvPicPr>
        <p:blipFill>
          <a:blip r:embed="rId5"/>
          <a:stretch>
            <a:fillRect/>
          </a:stretch>
        </p:blipFill>
        <p:spPr>
          <a:xfrm rot="10800000">
            <a:off x="7023100" y="0"/>
            <a:ext cx="4292600" cy="2730500"/>
          </a:xfrm>
          <a:prstGeom prst="rect">
            <a:avLst/>
          </a:prstGeom>
        </p:spPr>
      </p:pic>
      <p:pic>
        <p:nvPicPr>
          <p:cNvPr name="Picture 6" id="6"/>
          <p:cNvPicPr>
            <a:picLocks noChangeAspect="true"/>
          </p:cNvPicPr>
          <p:nvPr/>
        </p:nvPicPr>
        <p:blipFill>
          <a:blip r:embed="rId6"/>
          <a:stretch>
            <a:fillRect/>
          </a:stretch>
        </p:blipFill>
        <p:spPr>
          <a:xfrm rot="10800000">
            <a:off x="0" y="-12700"/>
            <a:ext cx="3962400" cy="2730500"/>
          </a:xfrm>
          <a:prstGeom prst="rect">
            <a:avLst/>
          </a:prstGeom>
        </p:spPr>
      </p:pic>
      <p:pic>
        <p:nvPicPr>
          <p:cNvPr name="Picture 7" id="7"/>
          <p:cNvPicPr>
            <a:picLocks noChangeAspect="true"/>
          </p:cNvPicPr>
          <p:nvPr/>
        </p:nvPicPr>
        <p:blipFill>
          <a:blip r:embed="rId7"/>
          <a:stretch>
            <a:fillRect/>
          </a:stretch>
        </p:blipFill>
        <p:spPr>
          <a:xfrm rot="0">
            <a:off x="5270500" y="3251200"/>
            <a:ext cx="6223000" cy="2971800"/>
          </a:xfrm>
          <a:prstGeom prst="rect">
            <a:avLst/>
          </a:prstGeom>
        </p:spPr>
      </p:pic>
      <p:pic>
        <p:nvPicPr>
          <p:cNvPr name="Picture 8" id="8"/>
          <p:cNvPicPr>
            <a:picLocks noChangeAspect="true"/>
          </p:cNvPicPr>
          <p:nvPr/>
        </p:nvPicPr>
        <p:blipFill>
          <a:blip r:embed="rId8"/>
          <a:stretch>
            <a:fillRect/>
          </a:stretch>
        </p:blipFill>
        <p:spPr>
          <a:xfrm rot="0">
            <a:off x="5270500" y="3251200"/>
            <a:ext cx="3098800" cy="3098800"/>
          </a:xfrm>
          <a:prstGeom prst="rect">
            <a:avLst/>
          </a:prstGeom>
        </p:spPr>
      </p:pic>
      <p:pic>
        <p:nvPicPr>
          <p:cNvPr name="Picture 9" id="9"/>
          <p:cNvPicPr>
            <a:picLocks noChangeAspect="true"/>
          </p:cNvPicPr>
          <p:nvPr/>
        </p:nvPicPr>
        <p:blipFill>
          <a:blip r:embed="rId9"/>
          <a:stretch>
            <a:fillRect/>
          </a:stretch>
        </p:blipFill>
        <p:spPr>
          <a:xfrm rot="0">
            <a:off x="5499100" y="9931400"/>
            <a:ext cx="5143500" cy="4826000"/>
          </a:xfrm>
          <a:prstGeom prst="rect">
            <a:avLst/>
          </a:prstGeom>
        </p:spPr>
      </p:pic>
      <p:pic>
        <p:nvPicPr>
          <p:cNvPr name="Picture 10" id="10"/>
          <p:cNvPicPr>
            <a:picLocks noChangeAspect="true"/>
          </p:cNvPicPr>
          <p:nvPr/>
        </p:nvPicPr>
        <p:blipFill>
          <a:blip r:embed="rId10"/>
          <a:stretch>
            <a:fillRect/>
          </a:stretch>
        </p:blipFill>
        <p:spPr>
          <a:xfrm rot="0">
            <a:off x="406400" y="6311900"/>
            <a:ext cx="4419600" cy="3365500"/>
          </a:xfrm>
          <a:prstGeom prst="rect">
            <a:avLst/>
          </a:prstGeom>
        </p:spPr>
      </p:pic>
      <p:pic>
        <p:nvPicPr>
          <p:cNvPr name="Picture 11" id="11"/>
          <p:cNvPicPr>
            <a:picLocks noChangeAspect="true"/>
          </p:cNvPicPr>
          <p:nvPr/>
        </p:nvPicPr>
        <p:blipFill>
          <a:blip r:embed="rId11"/>
          <a:stretch>
            <a:fillRect/>
          </a:stretch>
        </p:blipFill>
        <p:spPr>
          <a:xfrm rot="0">
            <a:off x="774700" y="3225800"/>
            <a:ext cx="4089400" cy="736600"/>
          </a:xfrm>
          <a:prstGeom prst="rect">
            <a:avLst/>
          </a:prstGeom>
        </p:spPr>
      </p:pic>
      <p:pic>
        <p:nvPicPr>
          <p:cNvPr name="Picture 12" id="12"/>
          <p:cNvPicPr>
            <a:picLocks noChangeAspect="true"/>
          </p:cNvPicPr>
          <p:nvPr/>
        </p:nvPicPr>
        <p:blipFill>
          <a:blip r:embed="rId12"/>
          <a:stretch>
            <a:fillRect/>
          </a:stretch>
        </p:blipFill>
        <p:spPr>
          <a:xfrm rot="0">
            <a:off x="5892800" y="6667500"/>
            <a:ext cx="4673600" cy="736600"/>
          </a:xfrm>
          <a:prstGeom prst="rect">
            <a:avLst/>
          </a:prstGeom>
        </p:spPr>
      </p:pic>
      <p:pic>
        <p:nvPicPr>
          <p:cNvPr name="Picture 13" id="13"/>
          <p:cNvPicPr>
            <a:picLocks noChangeAspect="true"/>
          </p:cNvPicPr>
          <p:nvPr/>
        </p:nvPicPr>
        <p:blipFill>
          <a:blip r:embed="rId13"/>
          <a:stretch>
            <a:fillRect/>
          </a:stretch>
        </p:blipFill>
        <p:spPr>
          <a:xfrm rot="0">
            <a:off x="774700" y="10414000"/>
            <a:ext cx="4089400" cy="736600"/>
          </a:xfrm>
          <a:prstGeom prst="rect">
            <a:avLst/>
          </a:prstGeom>
        </p:spPr>
      </p:pic>
      <p:pic>
        <p:nvPicPr>
          <p:cNvPr name="Picture 14" id="14"/>
          <p:cNvPicPr>
            <a:picLocks noChangeAspect="true"/>
          </p:cNvPicPr>
          <p:nvPr/>
        </p:nvPicPr>
        <p:blipFill>
          <a:blip r:embed="rId14"/>
          <a:stretch>
            <a:fillRect/>
          </a:stretch>
        </p:blipFill>
        <p:spPr>
          <a:xfrm rot="0">
            <a:off x="330200" y="3098800"/>
            <a:ext cx="1003300" cy="1003300"/>
          </a:xfrm>
          <a:prstGeom prst="rect">
            <a:avLst/>
          </a:prstGeom>
        </p:spPr>
      </p:pic>
      <p:pic>
        <p:nvPicPr>
          <p:cNvPr name="Picture 15" id="15"/>
          <p:cNvPicPr>
            <a:picLocks noChangeAspect="true"/>
          </p:cNvPicPr>
          <p:nvPr/>
        </p:nvPicPr>
        <p:blipFill>
          <a:blip r:embed="rId15"/>
          <a:stretch>
            <a:fillRect/>
          </a:stretch>
        </p:blipFill>
        <p:spPr>
          <a:xfrm rot="0">
            <a:off x="5461000" y="6540500"/>
            <a:ext cx="1003300" cy="1003300"/>
          </a:xfrm>
          <a:prstGeom prst="rect">
            <a:avLst/>
          </a:prstGeom>
        </p:spPr>
      </p:pic>
      <p:pic>
        <p:nvPicPr>
          <p:cNvPr name="Picture 16" id="16"/>
          <p:cNvPicPr>
            <a:picLocks noChangeAspect="true"/>
          </p:cNvPicPr>
          <p:nvPr/>
        </p:nvPicPr>
        <p:blipFill>
          <a:blip r:embed="rId16"/>
          <a:stretch>
            <a:fillRect/>
          </a:stretch>
        </p:blipFill>
        <p:spPr>
          <a:xfrm rot="0">
            <a:off x="330200" y="10274300"/>
            <a:ext cx="1003300" cy="1003300"/>
          </a:xfrm>
          <a:prstGeom prst="rect">
            <a:avLst/>
          </a:prstGeom>
        </p:spPr>
      </p:pic>
      <p:sp>
        <p:nvSpPr>
          <p:cNvPr name="TextBox 17" id="17"/>
          <p:cNvSpPr txBox="true"/>
          <p:nvPr/>
        </p:nvSpPr>
        <p:spPr>
          <a:xfrm rot="0">
            <a:off x="3022600" y="15379700"/>
            <a:ext cx="5283200" cy="330200"/>
          </a:xfrm>
          <a:prstGeom prst="rect">
            <a:avLst/>
          </a:prstGeom>
        </p:spPr>
        <p:txBody>
          <a:bodyPr anchor="t" rtlCol="false" lIns="0" tIns="23707" rIns="0" bIns="0"/>
          <a:lstStyle/>
          <a:p>
            <a:pPr algn="ctr" lvl="0">
              <a:lnSpc>
                <a:spcPct val="99600"/>
              </a:lnSpc>
            </a:pPr>
            <a:r>
              <a:rPr lang="en-US" sz="1866" b="false" i="false" u="none" strike="noStrike">
                <a:solidFill>
                  <a:srgbClr val="FAFAFA"/>
                </a:solidFill>
                <a:latin typeface="Montserrat Bold"/>
                <a:ea typeface="Montserrat Bold"/>
                <a:cs typeface="Montserrat Bold"/>
              </a:rPr>
              <a:t>WWW.YOURSITEHERE.COM</a:t>
            </a:r>
          </a:p>
        </p:txBody>
      </p:sp>
      <p:sp>
        <p:nvSpPr>
          <p:cNvPr name="TextBox 18" id="18"/>
          <p:cNvSpPr txBox="true"/>
          <p:nvPr/>
        </p:nvSpPr>
        <p:spPr>
          <a:xfrm rot="0">
            <a:off x="469900" y="4305300"/>
            <a:ext cx="4495800" cy="1892300"/>
          </a:xfrm>
          <a:prstGeom prst="rect">
            <a:avLst/>
          </a:prstGeom>
        </p:spPr>
        <p:txBody>
          <a:bodyPr anchor="t" rtlCol="false" lIns="0" tIns="30480" rIns="0" bIns="0"/>
          <a:lstStyle/>
          <a:p>
            <a:pPr algn="l" lvl="0">
              <a:lnSpc>
                <a:spcPct val="99600"/>
              </a:lnSpc>
            </a:pPr>
            <a:r>
              <a:rPr lang="en-US" sz="2400" b="false" i="false" u="none" strike="noStrike">
                <a:solidFill>
                  <a:srgbClr val="333333"/>
                </a:solidFill>
                <a:latin typeface="Work Sans Regular"/>
                <a:ea typeface="Work Sans Regular"/>
                <a:cs typeface="Work Sans Regular"/>
              </a:rPr>
              <a:t>This study aims to explore the relationship between tectonic plate movements and the occurrence of earthquakes.</a:t>
            </a:r>
          </a:p>
        </p:txBody>
      </p:sp>
      <p:sp>
        <p:nvSpPr>
          <p:cNvPr name="TextBox 19" id="19"/>
          <p:cNvSpPr txBox="true"/>
          <p:nvPr/>
        </p:nvSpPr>
        <p:spPr>
          <a:xfrm rot="0">
            <a:off x="5600700" y="7721600"/>
            <a:ext cx="5092700" cy="1892300"/>
          </a:xfrm>
          <a:prstGeom prst="rect">
            <a:avLst/>
          </a:prstGeom>
        </p:spPr>
        <p:txBody>
          <a:bodyPr anchor="t" rtlCol="false" lIns="0" tIns="30480" rIns="0" bIns="0"/>
          <a:lstStyle/>
          <a:p>
            <a:pPr algn="l" lvl="0">
              <a:lnSpc>
                <a:spcPct val="99600"/>
              </a:lnSpc>
            </a:pPr>
            <a:r>
              <a:rPr lang="en-US" sz="2400" b="false" i="false" u="none" strike="noStrike">
                <a:solidFill>
                  <a:srgbClr val="333333"/>
                </a:solidFill>
                <a:latin typeface="Work Sans Regular"/>
                <a:ea typeface="Work Sans Regular"/>
                <a:cs typeface="Work Sans Regular"/>
              </a:rPr>
              <a:t>The research analyzes seismic data and maps plate boundaries to observe how different types of plate interactions lead to earthquake activity.</a:t>
            </a:r>
          </a:p>
        </p:txBody>
      </p:sp>
      <p:sp>
        <p:nvSpPr>
          <p:cNvPr name="TextBox 20" id="20"/>
          <p:cNvSpPr txBox="true"/>
          <p:nvPr/>
        </p:nvSpPr>
        <p:spPr>
          <a:xfrm rot="0">
            <a:off x="444500" y="11468100"/>
            <a:ext cx="4546600" cy="3149600"/>
          </a:xfrm>
          <a:prstGeom prst="rect">
            <a:avLst/>
          </a:prstGeom>
        </p:spPr>
        <p:txBody>
          <a:bodyPr anchor="t" rtlCol="false" lIns="0" tIns="32173" rIns="0" bIns="0"/>
          <a:lstStyle/>
          <a:p>
            <a:pPr algn="l" lvl="0">
              <a:lnSpc>
                <a:spcPct val="99600"/>
              </a:lnSpc>
            </a:pPr>
            <a:r>
              <a:rPr lang="en-US" sz="2533" b="false" i="false" u="none" strike="noStrike">
                <a:solidFill>
                  <a:srgbClr val="333333"/>
                </a:solidFill>
                <a:latin typeface="Work Sans Regular"/>
                <a:ea typeface="Work Sans Regular"/>
                <a:cs typeface="Work Sans Regular"/>
              </a:rPr>
              <a:t>Most earthquakes occur at active plate boundaries, confirming tectonic movement as a key cause. Studying these patterns helps scientists predict seismic activity and reduce disaster risks.</a:t>
            </a:r>
          </a:p>
        </p:txBody>
      </p:sp>
      <p:sp>
        <p:nvSpPr>
          <p:cNvPr name="TextBox 21" id="21"/>
          <p:cNvSpPr txBox="true"/>
          <p:nvPr/>
        </p:nvSpPr>
        <p:spPr>
          <a:xfrm rot="0">
            <a:off x="1270000" y="10502900"/>
            <a:ext cx="3644900" cy="571500"/>
          </a:xfrm>
          <a:prstGeom prst="rect">
            <a:avLst/>
          </a:prstGeom>
        </p:spPr>
        <p:txBody>
          <a:bodyPr anchor="t" rtlCol="false" lIns="0" tIns="40640" rIns="0" bIns="0"/>
          <a:lstStyle/>
          <a:p>
            <a:pPr algn="ctr" lvl="0">
              <a:lnSpc>
                <a:spcPct val="99600"/>
              </a:lnSpc>
            </a:pPr>
            <a:r>
              <a:rPr lang="en-US" sz="3200" b="false" i="false" u="none" strike="noStrike">
                <a:solidFill>
                  <a:srgbClr val="FAFAFA"/>
                </a:solidFill>
                <a:latin typeface="Montserrat Bold"/>
                <a:ea typeface="Montserrat Bold"/>
                <a:cs typeface="Montserrat Bold"/>
              </a:rPr>
              <a:t>RESULT</a:t>
            </a:r>
          </a:p>
        </p:txBody>
      </p:sp>
      <p:sp>
        <p:nvSpPr>
          <p:cNvPr name="TextBox 22" id="22"/>
          <p:cNvSpPr txBox="true"/>
          <p:nvPr/>
        </p:nvSpPr>
        <p:spPr>
          <a:xfrm rot="0">
            <a:off x="6400800" y="6781800"/>
            <a:ext cx="4025900" cy="571500"/>
          </a:xfrm>
          <a:prstGeom prst="rect">
            <a:avLst/>
          </a:prstGeom>
        </p:spPr>
        <p:txBody>
          <a:bodyPr anchor="t" rtlCol="false" lIns="0" tIns="40640" rIns="0" bIns="0"/>
          <a:lstStyle/>
          <a:p>
            <a:pPr algn="ctr" lvl="0">
              <a:lnSpc>
                <a:spcPct val="99600"/>
              </a:lnSpc>
            </a:pPr>
            <a:r>
              <a:rPr lang="en-US" sz="3200" b="false" i="false" u="none" strike="noStrike">
                <a:solidFill>
                  <a:srgbClr val="FAFAFA"/>
                </a:solidFill>
                <a:latin typeface="Montserrat Bold"/>
                <a:ea typeface="Montserrat Bold"/>
                <a:cs typeface="Montserrat Bold"/>
              </a:rPr>
              <a:t>METHODOLOGY</a:t>
            </a:r>
          </a:p>
        </p:txBody>
      </p:sp>
      <p:sp>
        <p:nvSpPr>
          <p:cNvPr name="TextBox 23" id="23"/>
          <p:cNvSpPr txBox="true"/>
          <p:nvPr/>
        </p:nvSpPr>
        <p:spPr>
          <a:xfrm rot="0">
            <a:off x="1270000" y="3327400"/>
            <a:ext cx="3644900" cy="571500"/>
          </a:xfrm>
          <a:prstGeom prst="rect">
            <a:avLst/>
          </a:prstGeom>
        </p:spPr>
        <p:txBody>
          <a:bodyPr anchor="t" rtlCol="false" lIns="0" tIns="40640" rIns="0" bIns="0"/>
          <a:lstStyle/>
          <a:p>
            <a:pPr algn="ctr" lvl="0">
              <a:lnSpc>
                <a:spcPct val="99600"/>
              </a:lnSpc>
            </a:pPr>
            <a:r>
              <a:rPr lang="en-US" sz="3200" b="false" i="false" u="none" strike="noStrike">
                <a:solidFill>
                  <a:srgbClr val="FAFAFA"/>
                </a:solidFill>
                <a:latin typeface="Montserrat Bold"/>
                <a:ea typeface="Montserrat Bold"/>
                <a:cs typeface="Montserrat Bold"/>
              </a:rPr>
              <a:t>INSTRUCTION</a:t>
            </a:r>
          </a:p>
        </p:txBody>
      </p:sp>
      <p:sp>
        <p:nvSpPr>
          <p:cNvPr name="TextBox 24" id="24"/>
          <p:cNvSpPr txBox="true"/>
          <p:nvPr/>
        </p:nvSpPr>
        <p:spPr>
          <a:xfrm rot="0">
            <a:off x="5626100" y="6769100"/>
            <a:ext cx="673100" cy="571500"/>
          </a:xfrm>
          <a:prstGeom prst="rect">
            <a:avLst/>
          </a:prstGeom>
        </p:spPr>
        <p:txBody>
          <a:bodyPr anchor="t" rtlCol="false" lIns="0" tIns="40640" rIns="0" bIns="0"/>
          <a:lstStyle/>
          <a:p>
            <a:pPr algn="ctr" lvl="0">
              <a:lnSpc>
                <a:spcPct val="99600"/>
              </a:lnSpc>
            </a:pPr>
            <a:r>
              <a:rPr lang="en-US" sz="3200" b="false" i="false" u="none" strike="noStrike">
                <a:solidFill>
                  <a:srgbClr val="FAFAFA"/>
                </a:solidFill>
                <a:latin typeface="Montserrat Bold"/>
                <a:ea typeface="Montserrat Bold"/>
                <a:cs typeface="Montserrat Bold"/>
              </a:rPr>
              <a:t>02</a:t>
            </a:r>
          </a:p>
        </p:txBody>
      </p:sp>
      <p:sp>
        <p:nvSpPr>
          <p:cNvPr name="TextBox 25" id="25"/>
          <p:cNvSpPr txBox="true"/>
          <p:nvPr/>
        </p:nvSpPr>
        <p:spPr>
          <a:xfrm rot="0">
            <a:off x="495300" y="10502900"/>
            <a:ext cx="673100" cy="571500"/>
          </a:xfrm>
          <a:prstGeom prst="rect">
            <a:avLst/>
          </a:prstGeom>
        </p:spPr>
        <p:txBody>
          <a:bodyPr anchor="t" rtlCol="false" lIns="0" tIns="40640" rIns="0" bIns="0"/>
          <a:lstStyle/>
          <a:p>
            <a:pPr algn="ctr" lvl="0">
              <a:lnSpc>
                <a:spcPct val="99600"/>
              </a:lnSpc>
            </a:pPr>
            <a:r>
              <a:rPr lang="en-US" sz="3200" b="false" i="false" u="none" strike="noStrike">
                <a:solidFill>
                  <a:srgbClr val="FAFAFA"/>
                </a:solidFill>
                <a:latin typeface="Montserrat Bold"/>
                <a:ea typeface="Montserrat Bold"/>
                <a:cs typeface="Montserrat Bold"/>
              </a:rPr>
              <a:t>03</a:t>
            </a:r>
          </a:p>
        </p:txBody>
      </p:sp>
      <p:sp>
        <p:nvSpPr>
          <p:cNvPr name="TextBox 26" id="26"/>
          <p:cNvSpPr txBox="true"/>
          <p:nvPr/>
        </p:nvSpPr>
        <p:spPr>
          <a:xfrm rot="0">
            <a:off x="546100" y="3327400"/>
            <a:ext cx="584200" cy="571500"/>
          </a:xfrm>
          <a:prstGeom prst="rect">
            <a:avLst/>
          </a:prstGeom>
        </p:spPr>
        <p:txBody>
          <a:bodyPr anchor="t" rtlCol="false" lIns="0" tIns="40640" rIns="0" bIns="0"/>
          <a:lstStyle/>
          <a:p>
            <a:pPr algn="ctr" lvl="0">
              <a:lnSpc>
                <a:spcPct val="99600"/>
              </a:lnSpc>
            </a:pPr>
            <a:r>
              <a:rPr lang="en-US" sz="3200" b="false" i="false" u="none" strike="noStrike">
                <a:solidFill>
                  <a:srgbClr val="FAFAFA"/>
                </a:solidFill>
                <a:latin typeface="Montserrat Bold"/>
                <a:ea typeface="Montserrat Bold"/>
                <a:cs typeface="Montserrat Bold"/>
              </a:rPr>
              <a:t>01</a:t>
            </a:r>
          </a:p>
        </p:txBody>
      </p:sp>
      <p:sp>
        <p:nvSpPr>
          <p:cNvPr name="TextBox 27" id="27"/>
          <p:cNvSpPr txBox="true"/>
          <p:nvPr/>
        </p:nvSpPr>
        <p:spPr>
          <a:xfrm rot="0">
            <a:off x="736600" y="533400"/>
            <a:ext cx="9829800" cy="1384300"/>
          </a:xfrm>
          <a:prstGeom prst="rect">
            <a:avLst/>
          </a:prstGeom>
        </p:spPr>
        <p:txBody>
          <a:bodyPr anchor="t" rtlCol="false" lIns="0" tIns="115146" rIns="0" bIns="0"/>
          <a:lstStyle/>
          <a:p>
            <a:pPr algn="ctr" lvl="0">
              <a:lnSpc>
                <a:spcPct val="83000"/>
              </a:lnSpc>
            </a:pPr>
            <a:r>
              <a:rPr lang="en-US" sz="4533" b="false" i="false" u="none" strike="noStrike">
                <a:solidFill>
                  <a:srgbClr val="FAFAFA"/>
                </a:solidFill>
                <a:latin typeface="Montserrat Bold"/>
                <a:ea typeface="Montserrat Bold"/>
                <a:cs typeface="Montserrat Bold"/>
              </a:rPr>
              <a:t>TECTONIC PLATE MOVEMENTS AND EARTHQUAKES</a:t>
            </a:r>
          </a:p>
        </p:txBody>
      </p:sp>
      <p:sp>
        <p:nvSpPr>
          <p:cNvPr name="TextBox 28" id="28"/>
          <p:cNvSpPr txBox="true"/>
          <p:nvPr/>
        </p:nvSpPr>
        <p:spPr>
          <a:xfrm rot="0">
            <a:off x="1181100" y="1993900"/>
            <a:ext cx="8966200" cy="431800"/>
          </a:xfrm>
          <a:prstGeom prst="rect">
            <a:avLst/>
          </a:prstGeom>
        </p:spPr>
        <p:txBody>
          <a:bodyPr anchor="t" rtlCol="false" lIns="0" tIns="30480" rIns="0" bIns="0"/>
          <a:lstStyle/>
          <a:p>
            <a:pPr algn="ctr" lvl="0">
              <a:lnSpc>
                <a:spcPct val="99600"/>
              </a:lnSpc>
            </a:pPr>
            <a:r>
              <a:rPr lang="en-US" sz="2400" b="false" i="false" u="none" strike="noStrike">
                <a:solidFill>
                  <a:srgbClr val="FAFAFA"/>
                </a:solidFill>
                <a:latin typeface="Work Sans Regular"/>
                <a:ea typeface="Work Sans Regular"/>
                <a:cs typeface="Work Sans Regular"/>
              </a:rPr>
              <a:t>Lorem ipsum dolor sit amet consectetur adipiscing elit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terms:modified xsi:type="dcterms:W3CDTF">2011-08-01T06:04:30Z</dcterms:modified>
  <cp:revision>1</cp:revision>
</cp:coreProperties>
</file>