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1315700" cy="16002000"/>
  <p:notesSz cx="6858000" cy="9144000"/>
  <p:embeddedFontLst>
    <p:embeddedFont>
      <p:font typeface="LG스마트체2.0 SemiBold" panose="020B0600000101010101" pitchFamily="50" charset="-127"/>
      <p:bold r:id="rId6"/>
    </p:embeddedFont>
    <p:embeddedFont>
      <p:font typeface="LG스마트체2.0 Regular" panose="020B0600000101010101" pitchFamily="50" charset="-127"/>
      <p:regular r:id="rId7"/>
    </p:embeddedFont>
    <p:embeddedFont>
      <p:font typeface="LG스마트체2.0 Light" panose="020B0600000101010101" pitchFamily="50" charset="-127"/>
      <p:regular r:id="rId8"/>
    </p:embeddedFont>
    <p:embeddedFont>
      <p:font typeface="Montserrat Bold" panose="020B0604020202020204" charset="0"/>
      <p:bold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LG스마트체2.0 Bold" panose="020B0600000101010101" pitchFamily="50" charset="-127"/>
      <p:bold r:id="rId12"/>
    </p:embeddedFont>
    <p:embeddedFont>
      <p:font typeface="Work Sans Regula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312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15700" cy="1600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6800"/>
            <a:ext cx="11315700" cy="977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400"/>
            <a:ext cx="11315700" cy="275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023100" y="0"/>
            <a:ext cx="4292600" cy="273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0" y="-12700"/>
            <a:ext cx="3962400" cy="273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3225800"/>
            <a:ext cx="4089400" cy="736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2800" y="6667500"/>
            <a:ext cx="4673600" cy="736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700" y="10414000"/>
            <a:ext cx="40894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200" y="3098800"/>
            <a:ext cx="1003300" cy="1003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1000" y="6540500"/>
            <a:ext cx="1003300" cy="1003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200" y="10274300"/>
            <a:ext cx="1003300" cy="1003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022600" y="15379700"/>
            <a:ext cx="52832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66" b="1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  <a:endParaRPr lang="en-US" sz="1866" b="1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69900" y="4305300"/>
            <a:ext cx="4495800" cy="18923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400" dirty="0" smtClean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프로젝트 명 </a:t>
            </a:r>
            <a:r>
              <a:rPr lang="en-US" altLang="ko-KR" sz="2400" dirty="0" smtClean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: </a:t>
            </a:r>
            <a:r>
              <a:rPr lang="ko-KR" altLang="en-US" sz="2400" smtClean="0">
                <a:solidFill>
                  <a:srgbClr val="333333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Work Sans Regular"/>
              </a:rPr>
              <a:t>쿵야 캐치마인드 </a:t>
            </a:r>
            <a:endParaRPr lang="en-US" altLang="ko-KR" sz="2400" dirty="0" smtClean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  <a:p>
            <a:pPr lvl="0" algn="l">
              <a:lnSpc>
                <a:spcPct val="99600"/>
              </a:lnSpc>
            </a:pPr>
            <a:endParaRPr lang="en-US" sz="2400" b="0" i="0" u="none" strike="noStrike" dirty="0">
              <a:solidFill>
                <a:srgbClr val="333333"/>
              </a:solidFill>
              <a:latin typeface="LG스마트체2.0 Light" panose="020B0600000101010101" pitchFamily="50" charset="-127"/>
              <a:ea typeface="LG스마트체2.0 Light" panose="020B0600000101010101" pitchFamily="50" charset="-127"/>
              <a:cs typeface="Work Sans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600700" y="7721600"/>
            <a:ext cx="5092700" cy="18923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00" b="0" i="0" u="none" strike="noStrike" dirty="0" err="1" smtClean="0">
                <a:solidFill>
                  <a:srgbClr val="333333"/>
                </a:solidFill>
                <a:latin typeface="Work Sans Regular"/>
                <a:ea typeface="Work Sans Regular"/>
                <a:cs typeface="Work Sans Regular"/>
              </a:rPr>
              <a:t>aaa</a:t>
            </a:r>
            <a:endParaRPr lang="en-US" sz="2400" b="0" i="0" u="none" strike="noStrike" dirty="0">
              <a:solidFill>
                <a:srgbClr val="333333"/>
              </a:solidFill>
              <a:latin typeface="Work Sans Regular"/>
              <a:ea typeface="Work Sans Regular"/>
              <a:cs typeface="Work Sans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4500" y="11468100"/>
            <a:ext cx="4546600" cy="3149600"/>
          </a:xfrm>
          <a:prstGeom prst="rect">
            <a:avLst/>
          </a:prstGeom>
        </p:spPr>
        <p:txBody>
          <a:bodyPr lIns="0" tIns="3217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33" b="0" i="0" u="none" strike="noStrike" dirty="0" err="1" smtClean="0">
                <a:solidFill>
                  <a:srgbClr val="333333"/>
                </a:solidFill>
                <a:latin typeface="Work Sans Regular"/>
                <a:ea typeface="Work Sans Regular"/>
                <a:cs typeface="Work Sans Regular"/>
              </a:rPr>
              <a:t>aaaaaa</a:t>
            </a:r>
            <a:endParaRPr lang="en-US" sz="2533" b="0" i="0" u="none" strike="noStrike" dirty="0">
              <a:solidFill>
                <a:srgbClr val="333333"/>
              </a:solidFill>
              <a:latin typeface="Work Sans Regular"/>
              <a:ea typeface="Work Sans Regular"/>
              <a:cs typeface="Work Sans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70000" y="10502900"/>
            <a:ext cx="36449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개발 결과</a:t>
            </a:r>
            <a:endParaRPr lang="en-US" sz="3200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400800" y="6781800"/>
            <a:ext cx="40259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핵심 기술</a:t>
            </a:r>
            <a:endParaRPr lang="en-US" sz="3200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70000" y="3327400"/>
            <a:ext cx="36449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프로젝트 개요</a:t>
            </a:r>
            <a:endParaRPr lang="en-US" sz="3200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626100" y="6769100"/>
            <a:ext cx="6731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5300" y="10502900"/>
            <a:ext cx="6731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6100" y="3327400"/>
            <a:ext cx="5842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6600" y="533400"/>
            <a:ext cx="9829800" cy="1384300"/>
          </a:xfrm>
          <a:prstGeom prst="rect">
            <a:avLst/>
          </a:prstGeom>
        </p:spPr>
        <p:txBody>
          <a:bodyPr lIns="0" tIns="115146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4533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다중 클라이언트 실시간 </a:t>
            </a:r>
            <a:r>
              <a:rPr lang="en-US" altLang="ko-KR" sz="4533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UDP </a:t>
            </a:r>
            <a:r>
              <a:rPr lang="ko-KR" altLang="en-US" sz="4533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통신을</a:t>
            </a:r>
            <a:r>
              <a:rPr lang="en-US" altLang="ko-KR" sz="4533" dirty="0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 </a:t>
            </a:r>
            <a:r>
              <a:rPr lang="ko-KR" altLang="en-US" sz="4533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활용한 </a:t>
            </a:r>
            <a:r>
              <a:rPr lang="ko-KR" altLang="en-US" sz="4533" b="0" i="0" u="none" strike="noStrike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쿵야 캐치 마인드 게임 구현</a:t>
            </a:r>
            <a:endParaRPr lang="en-US" sz="4533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81100" y="1993900"/>
            <a:ext cx="89662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소속</a:t>
            </a:r>
            <a:r>
              <a:rPr lang="en-US" altLang="ko-KR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/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성명 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: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</a:t>
            </a:r>
            <a:endParaRPr lang="en-US" sz="2400" b="0" i="0" u="none" strike="noStrike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461000" y="10414000"/>
            <a:ext cx="4965700" cy="420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 smtClean="0"/>
              <a:t>게임 화면</a:t>
            </a:r>
            <a:endParaRPr lang="ko-KR" altLang="en-US" sz="54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9467" y="6573351"/>
            <a:ext cx="3001767" cy="3004933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75466" y="7460547"/>
            <a:ext cx="4413250" cy="29406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15700" cy="1600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6800"/>
            <a:ext cx="11315700" cy="977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400"/>
            <a:ext cx="11315700" cy="275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023100" y="0"/>
            <a:ext cx="4292600" cy="273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0" y="-12700"/>
            <a:ext cx="3962400" cy="273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3225800"/>
            <a:ext cx="97917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" y="3098800"/>
            <a:ext cx="1003300" cy="1003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70000" y="3327400"/>
            <a:ext cx="88773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HOW TO PLAY</a:t>
            </a:r>
            <a:endParaRPr lang="en-US" sz="3200" b="0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" y="3327400"/>
            <a:ext cx="5842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04</a:t>
            </a:r>
            <a:endParaRPr lang="en-US" sz="3200" b="0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29" name="TextBox 27"/>
          <p:cNvSpPr txBox="1"/>
          <p:nvPr/>
        </p:nvSpPr>
        <p:spPr>
          <a:xfrm>
            <a:off x="736600" y="533400"/>
            <a:ext cx="9829800" cy="1384300"/>
          </a:xfrm>
          <a:prstGeom prst="rect">
            <a:avLst/>
          </a:prstGeom>
        </p:spPr>
        <p:txBody>
          <a:bodyPr lIns="0" tIns="115146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4533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다중 클라이언트 실시간 </a:t>
            </a:r>
            <a:r>
              <a:rPr lang="en-US" altLang="ko-KR" sz="4533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UDP </a:t>
            </a:r>
            <a:r>
              <a:rPr lang="ko-KR" altLang="en-US" sz="4533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통신을</a:t>
            </a:r>
            <a:r>
              <a:rPr lang="en-US" altLang="ko-KR" sz="4533" dirty="0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 </a:t>
            </a:r>
            <a:r>
              <a:rPr lang="ko-KR" altLang="en-US" sz="4533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활용한 </a:t>
            </a:r>
            <a:r>
              <a:rPr lang="ko-KR" altLang="en-US" sz="4533" b="0" i="0" u="none" strike="noStrike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쿵야 캐치 마인드 게임 구현</a:t>
            </a:r>
            <a:endParaRPr lang="en-US" sz="4533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30" name="TextBox 28"/>
          <p:cNvSpPr txBox="1"/>
          <p:nvPr/>
        </p:nvSpPr>
        <p:spPr>
          <a:xfrm>
            <a:off x="1181100" y="1993900"/>
            <a:ext cx="89662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소속</a:t>
            </a:r>
            <a:r>
              <a:rPr lang="en-US" altLang="ko-KR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/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성명 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: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</a:t>
            </a:r>
            <a:endParaRPr lang="en-US" sz="2400" b="0" i="0" u="none" strike="noStrike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3022600" y="15379700"/>
            <a:ext cx="52832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66" b="1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  <a:endParaRPr lang="en-US" sz="1866" b="1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4902199"/>
            <a:ext cx="10566400" cy="876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9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15700" cy="1600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6800"/>
            <a:ext cx="11315700" cy="977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400"/>
            <a:ext cx="11315700" cy="275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023100" y="0"/>
            <a:ext cx="4292600" cy="273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0" y="-12700"/>
            <a:ext cx="3962400" cy="273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700" y="3225800"/>
            <a:ext cx="97917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" y="3098800"/>
            <a:ext cx="1003300" cy="10033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70000" y="3327400"/>
            <a:ext cx="88773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화면 예시</a:t>
            </a:r>
            <a:endParaRPr lang="en-US" sz="3200" b="0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" y="3327400"/>
            <a:ext cx="5842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04</a:t>
            </a:r>
            <a:endParaRPr lang="en-US" sz="3200" b="0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sp>
        <p:nvSpPr>
          <p:cNvPr id="29" name="TextBox 27"/>
          <p:cNvSpPr txBox="1"/>
          <p:nvPr/>
        </p:nvSpPr>
        <p:spPr>
          <a:xfrm>
            <a:off x="736600" y="533400"/>
            <a:ext cx="9829800" cy="1384300"/>
          </a:xfrm>
          <a:prstGeom prst="rect">
            <a:avLst/>
          </a:prstGeom>
        </p:spPr>
        <p:txBody>
          <a:bodyPr lIns="0" tIns="115146" rIns="0" bIns="0" rtlCol="0" anchor="t"/>
          <a:lstStyle/>
          <a:p>
            <a:pPr lvl="0" algn="ctr">
              <a:lnSpc>
                <a:spcPct val="83000"/>
              </a:lnSpc>
            </a:pPr>
            <a:r>
              <a:rPr lang="ko-KR" altLang="en-US" sz="4533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다중 클라이언트 실시간 </a:t>
            </a:r>
            <a:r>
              <a:rPr lang="en-US" altLang="ko-KR" sz="4533" dirty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UDP </a:t>
            </a:r>
            <a:r>
              <a:rPr lang="ko-KR" altLang="en-US" sz="4533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통신을</a:t>
            </a:r>
            <a:r>
              <a:rPr lang="en-US" altLang="ko-KR" sz="4533" dirty="0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 </a:t>
            </a:r>
            <a:r>
              <a:rPr lang="ko-KR" altLang="en-US" sz="4533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활용한 </a:t>
            </a:r>
            <a:r>
              <a:rPr lang="ko-KR" altLang="en-US" sz="4533" b="0" i="0" u="none" strike="noStrike" smtClean="0">
                <a:solidFill>
                  <a:srgbClr val="FAFAFA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Montserrat Bold"/>
              </a:rPr>
              <a:t>쿵야 캐치 마인드 게임 구현</a:t>
            </a:r>
            <a:endParaRPr lang="en-US" sz="4533" b="0" i="0" u="none" strike="noStrike" dirty="0">
              <a:solidFill>
                <a:srgbClr val="FAFAFA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  <a:cs typeface="Montserrat Bold"/>
            </a:endParaRPr>
          </a:p>
        </p:txBody>
      </p:sp>
      <p:sp>
        <p:nvSpPr>
          <p:cNvPr id="30" name="TextBox 28"/>
          <p:cNvSpPr txBox="1"/>
          <p:nvPr/>
        </p:nvSpPr>
        <p:spPr>
          <a:xfrm>
            <a:off x="1181100" y="1993900"/>
            <a:ext cx="89662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소속</a:t>
            </a:r>
            <a:r>
              <a:rPr lang="en-US" altLang="ko-KR" sz="2400" dirty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/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성명 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: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엄제원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이경환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, </a:t>
            </a:r>
            <a:r>
              <a:rPr lang="ko-KR" altLang="en-US" sz="2400" b="0" i="0" u="none" strike="noStrike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윤지원</a:t>
            </a:r>
            <a:r>
              <a:rPr lang="en-US" altLang="ko-KR" sz="2400" b="0" i="0" u="none" strike="noStrike" dirty="0" smtClean="0">
                <a:solidFill>
                  <a:srgbClr val="FAFAF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Work Sans Regular"/>
              </a:rPr>
              <a:t> </a:t>
            </a:r>
            <a:endParaRPr lang="en-US" sz="2400" b="0" i="0" u="none" strike="noStrike" dirty="0">
              <a:solidFill>
                <a:srgbClr val="FAFAF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Work Sans Regular"/>
            </a:endParaRPr>
          </a:p>
        </p:txBody>
      </p:sp>
      <p:sp>
        <p:nvSpPr>
          <p:cNvPr id="31" name="TextBox 17"/>
          <p:cNvSpPr txBox="1"/>
          <p:nvPr/>
        </p:nvSpPr>
        <p:spPr>
          <a:xfrm>
            <a:off x="3022600" y="15379700"/>
            <a:ext cx="52832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66" b="1" dirty="0" smtClean="0">
                <a:solidFill>
                  <a:srgbClr val="FAFAFA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  <a:cs typeface="Montserrat Bold"/>
              </a:rPr>
              <a:t>LG ELECTRONICS</a:t>
            </a:r>
            <a:endParaRPr lang="en-US" sz="1866" b="1" i="0" u="none" strike="noStrike" dirty="0">
              <a:solidFill>
                <a:srgbClr val="FAFAFA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  <a:cs typeface="Montserrat Bold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4241800"/>
            <a:ext cx="4320000" cy="25295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6993029"/>
            <a:ext cx="4320000" cy="249524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780" y="6968441"/>
            <a:ext cx="4320000" cy="251789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780" y="4241800"/>
            <a:ext cx="4320000" cy="251123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12492592"/>
            <a:ext cx="4320000" cy="254812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9735876"/>
            <a:ext cx="4320000" cy="247734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780" y="12430973"/>
            <a:ext cx="4320000" cy="258756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780" y="9701740"/>
            <a:ext cx="4320000" cy="251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8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15700" cy="16002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6800"/>
            <a:ext cx="11315700" cy="977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5400"/>
            <a:ext cx="11315700" cy="2755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023100" y="0"/>
            <a:ext cx="4292600" cy="273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0" y="-12700"/>
            <a:ext cx="3962400" cy="273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0500" y="3251200"/>
            <a:ext cx="6223000" cy="297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0500" y="3251200"/>
            <a:ext cx="3098800" cy="3098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9100" y="9931400"/>
            <a:ext cx="5143500" cy="4826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" y="6311900"/>
            <a:ext cx="4419600" cy="336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00" y="3225800"/>
            <a:ext cx="4089400" cy="736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2800" y="6667500"/>
            <a:ext cx="4673600" cy="736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700" y="10414000"/>
            <a:ext cx="40894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0200" y="3098800"/>
            <a:ext cx="1003300" cy="1003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61000" y="6540500"/>
            <a:ext cx="1003300" cy="1003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0200" y="10274300"/>
            <a:ext cx="1003300" cy="1003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022600" y="15379700"/>
            <a:ext cx="52832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866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WWW.YOURSITEHERE.COM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9900" y="4305300"/>
            <a:ext cx="4495800" cy="18923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333333"/>
                </a:solidFill>
                <a:latin typeface="Work Sans Regular"/>
                <a:ea typeface="Work Sans Regular"/>
                <a:cs typeface="Work Sans Regular"/>
              </a:rPr>
              <a:t>This study aims to explore the relationship between tectonic plate movements and the occurrence of earthquakes.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00700" y="7721600"/>
            <a:ext cx="5092700" cy="18923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400" b="0" i="0" u="none" strike="noStrike">
                <a:solidFill>
                  <a:srgbClr val="333333"/>
                </a:solidFill>
                <a:latin typeface="Work Sans Regular"/>
                <a:ea typeface="Work Sans Regular"/>
                <a:cs typeface="Work Sans Regular"/>
              </a:rPr>
              <a:t>The research analyzes seismic data and maps plate boundaries to observe how different types of plate interactions lead to earthquake activity.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500" y="11468100"/>
            <a:ext cx="4546600" cy="3149600"/>
          </a:xfrm>
          <a:prstGeom prst="rect">
            <a:avLst/>
          </a:prstGeom>
        </p:spPr>
        <p:txBody>
          <a:bodyPr lIns="0" tIns="3217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533" b="0" i="0" u="none" strike="noStrike">
                <a:solidFill>
                  <a:srgbClr val="333333"/>
                </a:solidFill>
                <a:latin typeface="Work Sans Regular"/>
                <a:ea typeface="Work Sans Regular"/>
                <a:cs typeface="Work Sans Regular"/>
              </a:rPr>
              <a:t>Most earthquakes occur at active plate boundaries, confirming tectonic movement as a key cause. Studying these patterns helps scientists predict seismic activity and reduce disaster risks.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0000" y="10502900"/>
            <a:ext cx="36449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RESULT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0800" y="6781800"/>
            <a:ext cx="40259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METHODOLOGY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0000" y="3327400"/>
            <a:ext cx="36449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INSTRUCTION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26100" y="6769100"/>
            <a:ext cx="6731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5300" y="10502900"/>
            <a:ext cx="6731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6100" y="3327400"/>
            <a:ext cx="5842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6600" y="533400"/>
            <a:ext cx="9829800" cy="1384300"/>
          </a:xfrm>
          <a:prstGeom prst="rect">
            <a:avLst/>
          </a:prstGeom>
        </p:spPr>
        <p:txBody>
          <a:bodyPr lIns="0" tIns="115146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-US" sz="4533" b="0" i="0" u="none" strike="noStrike" dirty="0">
                <a:solidFill>
                  <a:srgbClr val="FAFAFA"/>
                </a:solidFill>
                <a:latin typeface="Montserrat Bold"/>
                <a:ea typeface="Montserrat Bold"/>
                <a:cs typeface="Montserrat Bold"/>
              </a:rPr>
              <a:t>TECTONIC PLATE MOVEMENTS AND EARTHQUAKES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1100" y="1993900"/>
            <a:ext cx="89662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AFAFA"/>
                </a:solidFill>
                <a:latin typeface="Work Sans Regular"/>
                <a:ea typeface="Work Sans Regular"/>
                <a:cs typeface="Work Sans Regular"/>
              </a:rPr>
              <a:t>Lorem ipsum dolor sit amet consectetur adipiscing elit</a:t>
            </a:r>
          </a:p>
        </p:txBody>
      </p:sp>
    </p:spTree>
    <p:extLst>
      <p:ext uri="{BB962C8B-B14F-4D97-AF65-F5344CB8AC3E}">
        <p14:creationId xmlns:p14="http://schemas.microsoft.com/office/powerpoint/2010/main" val="950193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179</Words>
  <Application>Microsoft Office PowerPoint</Application>
  <PresentationFormat>사용자 지정</PresentationFormat>
  <Paragraphs>35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LG스마트체2.0 SemiBold</vt:lpstr>
      <vt:lpstr>LG스마트체2.0 Regular</vt:lpstr>
      <vt:lpstr>LG스마트체2.0 Light</vt:lpstr>
      <vt:lpstr>Arial</vt:lpstr>
      <vt:lpstr>Montserrat Bold</vt:lpstr>
      <vt:lpstr>맑은 고딕</vt:lpstr>
      <vt:lpstr>LG스마트체2.0 Bold</vt:lpstr>
      <vt:lpstr>Work Sans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엄제원/연구원/Location Unit(jewon.eom@lge.com)</cp:lastModifiedBy>
  <cp:revision>14</cp:revision>
  <dcterms:created xsi:type="dcterms:W3CDTF">2006-08-16T00:00:00Z</dcterms:created>
  <dcterms:modified xsi:type="dcterms:W3CDTF">2026-04-21T02:04:54Z</dcterms:modified>
</cp:coreProperties>
</file>