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맑은 고딕" panose="020B0503020000020004" pitchFamily="50" charset="-127"/>
      <p:regular r:id="rId13"/>
      <p:bold r:id="rId14"/>
    </p:embeddedFont>
    <p:embeddedFont>
      <p:font typeface="Inter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350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8.svg"/><Relationship Id="rId3" Type="http://schemas.openxmlformats.org/officeDocument/2006/relationships/image" Target="../media/image3.png"/><Relationship Id="rId12" Type="http://schemas.openxmlformats.org/officeDocument/2006/relationships/image" Target="../media/image-2-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2-6.svg"/><Relationship Id="rId5" Type="http://schemas.openxmlformats.org/officeDocument/2006/relationships/image" Target="../media/image-2-4.svg"/><Relationship Id="rId10" Type="http://schemas.openxmlformats.org/officeDocument/2006/relationships/image" Target="../media/image-2-10.sv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임베디드 Linux 그래픽 &amp; 입출력 시스템 설계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외부 라이브러리 없이 </a:t>
            </a:r>
            <a:r>
              <a:rPr lang="en-US" sz="17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Framebuffer, Input Subsystem, UDP, GPIO, 멀티스레딩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직접 구현한 저사양 SBC 환경의 완전한 UI/입출력 스택 설계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2351" y="613529"/>
            <a:ext cx="1117163" cy="340519"/>
          </a:xfrm>
          <a:prstGeom prst="roundRect">
            <a:avLst>
              <a:gd name="adj" fmla="val 1888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27127" y="670917"/>
            <a:ext cx="887611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아키텍처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2351" y="1018580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6가지 핵심 구성 요소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712351" y="1858804"/>
            <a:ext cx="6522006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1304" y="2057757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69181" y="2215634"/>
            <a:ext cx="258366" cy="2583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1304" y="279332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Framebuffer 그래픽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1304" y="3189089"/>
            <a:ext cx="612409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mmap 기반 직접 렌더링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95805" y="1858804"/>
            <a:ext cx="6522125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94759" y="2057757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752636" y="2215634"/>
            <a:ext cx="258366" cy="2583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94759" y="279332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터치 입력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7594759" y="3189089"/>
            <a:ext cx="612421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Subsystem 멀티터치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12351" y="3831669"/>
            <a:ext cx="6522006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1304" y="4030623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69181" y="4188500"/>
            <a:ext cx="258366" cy="2583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1304" y="476619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UDP 통신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911304" y="5161955"/>
            <a:ext cx="612409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브로드캐스트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395805" y="3831669"/>
            <a:ext cx="6522125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94759" y="4030623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752636" y="4188500"/>
            <a:ext cx="258366" cy="2583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94759" y="476619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GPIO 인터럽트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7594759" y="5161955"/>
            <a:ext cx="612421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커널 레벨 물리 입력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712351" y="5804535"/>
            <a:ext cx="6522006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11304" y="6003488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069181" y="6161365"/>
            <a:ext cx="258366" cy="25836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1304" y="673905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멀티스레딩</a:t>
            </a:r>
            <a:endParaRPr lang="en-US" sz="1850" dirty="0"/>
          </a:p>
        </p:txBody>
      </p:sp>
      <p:sp>
        <p:nvSpPr>
          <p:cNvPr id="29" name="Text 22"/>
          <p:cNvSpPr/>
          <p:nvPr/>
        </p:nvSpPr>
        <p:spPr>
          <a:xfrm>
            <a:off x="911304" y="7134820"/>
            <a:ext cx="612409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비동기 이벤트 처리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7395805" y="5804535"/>
            <a:ext cx="6522125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594759" y="6003488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752636" y="6161365"/>
            <a:ext cx="258366" cy="25836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594759" y="673905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임베디드 최적화</a:t>
            </a:r>
            <a:endParaRPr lang="en-US" sz="1850" dirty="0"/>
          </a:p>
        </p:txBody>
      </p:sp>
      <p:sp>
        <p:nvSpPr>
          <p:cNvPr id="34" name="Text 26"/>
          <p:cNvSpPr/>
          <p:nvPr/>
        </p:nvSpPr>
        <p:spPr>
          <a:xfrm>
            <a:off x="7594759" y="7134820"/>
            <a:ext cx="612421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aarch64 경량 구조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66430"/>
            <a:ext cx="113037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042035"/>
            <a:ext cx="84296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그래픽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98640"/>
            <a:ext cx="8655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Framebuffer 기반 직접 그래픽 구현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02731"/>
            <a:ext cx="4205168" cy="4205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59981" y="3142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구현 방식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59981" y="3723680"/>
            <a:ext cx="8284131" cy="1697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/dev/fb0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디바이스 파일을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mmap()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메모리에 직접 매핑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라이브러리 없이 픽셀 단위로 화면 제어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소프트웨어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더블 버퍼링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깜빡임 없는 렌더링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외부 라이브러리 없이 폰트 렌더링 및 PPM 이미지 파싱 직접 구현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559981" y="5675948"/>
            <a:ext cx="8284131" cy="963811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795" y="6020038"/>
            <a:ext cx="283488" cy="2268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97097" y="5959435"/>
            <a:ext cx="73202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외부 그래픽 라이브러리 없이 임베디드 환경에서 UI를 직접 구현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0065"/>
            <a:ext cx="1063943" cy="315516"/>
          </a:xfrm>
          <a:prstGeom prst="roundRect">
            <a:avLst>
              <a:gd name="adj" fmla="val 18494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537" y="579715"/>
            <a:ext cx="840343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터치 입력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8682"/>
            <a:ext cx="7545943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Linux Input Subsystem 기반 터치 처리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23737" y="3510796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이벤트 파싱 흐름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3737" y="3914894"/>
            <a:ext cx="5779532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/dev/input/event*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에서 멀티터치 이벤트 직접 파싱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ABS_MT_POSITION_X/Y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기반 좌표 추출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값 → 화면 좌표 변환 (보정 알고리즘 적용)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이벤트 큐로 전달하여 처리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323737" y="5184815"/>
            <a:ext cx="5779532" cy="627936"/>
          </a:xfrm>
          <a:prstGeom prst="roundRect">
            <a:avLst>
              <a:gd name="adj" fmla="val 11616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330" y="5432703"/>
            <a:ext cx="217051" cy="173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87974" y="5361027"/>
            <a:ext cx="504170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하드웨어 입력을 직접 해석하여 UI와 연결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513" y="1780342"/>
            <a:ext cx="5779532" cy="577953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513" y="1780342"/>
            <a:ext cx="5779532" cy="5779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66656"/>
            <a:ext cx="133540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942261"/>
            <a:ext cx="10479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네트워크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98865"/>
            <a:ext cx="74603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UDP 기반 실시간 통신 &amp; 동기화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447806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244780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27051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저지연 브로드캐스트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195518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 브로드캐스트로 멀티캐스트 통신 구현. TCP 오버헤드 없이 실시간 데이터 전송.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447806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8067" y="244780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7777282" y="27051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논블로킹 I/O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7282" y="3195518"/>
            <a:ext cx="5802035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select()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기반 멀티플렉싱으로 블로킹 없이 다중 소켓 처리.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405432"/>
            <a:ext cx="6407944" cy="1738432"/>
          </a:xfrm>
          <a:prstGeom prst="roundRect">
            <a:avLst>
              <a:gd name="adj" fmla="val 841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10" y="4405432"/>
            <a:ext cx="121920" cy="173843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4662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패킷 유실 대응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2524" y="5153144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중요 메시지는 반복 전송으로 신뢰성 확보. 순서 번호 기반 중복 제거.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4405432"/>
            <a:ext cx="6408063" cy="1738432"/>
          </a:xfrm>
          <a:prstGeom prst="roundRect">
            <a:avLst>
              <a:gd name="adj" fmla="val 841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8067" y="4405432"/>
            <a:ext cx="121920" cy="173843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7282" y="4662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동기화 배리어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7282" y="5153144"/>
            <a:ext cx="580203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DRAWING_START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패킷으로 모든 클라이언트 렌더링 시점 동기화.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6399014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743105"/>
            <a:ext cx="283488" cy="22681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0906" y="6682502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 없이도 실시간 게임 동기화 구현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66430"/>
            <a:ext cx="1111687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042035"/>
            <a:ext cx="8242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GPIO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98640"/>
            <a:ext cx="83197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GPIO 인터럽트 기반 물리 입력 처리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02731"/>
            <a:ext cx="4205168" cy="4205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59981" y="31349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인터럽트 처리 구조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59981" y="3716060"/>
            <a:ext cx="8284131" cy="1712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/dev/gpiochip0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GPIO_GET_LINEEVENT_IOCTL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커널 이벤트 등록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하강 에지(Falling Edge)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인터럽트 기반 버튼 이벤트 감지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poll()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이벤트 대기, 별도 스레드에서 처리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std::atomic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스레드 간 안전한 상태 공유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559981" y="5683568"/>
            <a:ext cx="8284131" cy="963811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795" y="6027658"/>
            <a:ext cx="283488" cy="2268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97097" y="5967055"/>
            <a:ext cx="73202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커널 레벨 이벤트를 사용자 공간에서 안정적으로 처리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79677" y="460653"/>
            <a:ext cx="768906" cy="262295"/>
          </a:xfrm>
          <a:prstGeom prst="roundRect">
            <a:avLst>
              <a:gd name="adj" fmla="val 19068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76594" y="512921"/>
            <a:ext cx="57507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동시성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79677" y="762000"/>
            <a:ext cx="5827752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멀티스레딩 + 이벤트 기반 비동기 구조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205" y="1373624"/>
            <a:ext cx="10211872" cy="50726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44178" y="2803635"/>
            <a:ext cx="2310952" cy="28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동기화 계층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744178" y="4714182"/>
            <a:ext cx="2310952" cy="28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스레드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2575092" y="4714182"/>
            <a:ext cx="2310952" cy="28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네트워크 스레드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2576055" y="2798660"/>
            <a:ext cx="2310952" cy="28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 스레드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2179677" y="6556177"/>
            <a:ext cx="10271046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입력, 네트워크, UI를 각각 독립 스레드로 분리하여 블로킹 없이 병행 처리합니다.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2179677" y="696087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스레드 조합 전략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2179677" y="7291030"/>
            <a:ext cx="4953953" cy="443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pthread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std::thread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혼합 사용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poll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스레드 조합으로 리소스 효율화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7504390" y="696087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동기화 기법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7504390" y="7291030"/>
            <a:ext cx="4953953" cy="436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std::atomic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경량 상태 공유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뮤텍스 최소화, 이벤트 큐로 데이터 전달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1707118"/>
            <a:ext cx="116907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498" y="1782723"/>
            <a:ext cx="8816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최적화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2239328"/>
            <a:ext cx="61406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임베디드 환경 최적화 설계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93790" y="3288268"/>
            <a:ext cx="36647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8224" y="35227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크로스 컴파일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4013121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aarch64 타겟으로 호스트에서 빌드, 최소 런타임 의존성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685348" y="3288268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19782" y="35227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외부 라이브러리 최소화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19782" y="4013121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폰트, 이미지, 네트워크 모두 직접 구현 — 정적 링크로 배포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20017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8224" y="5434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시스템 콜 직접 제어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8224" y="592502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추상화 계층 제거, 커널 인터페이스 직접 호출로 오버헤드 최소화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4232" y="395168"/>
            <a:ext cx="3544133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시스템 통합 아키텍처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232" y="1015365"/>
            <a:ext cx="9781937" cy="545961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232" y="1015365"/>
            <a:ext cx="9781937" cy="54596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24232" y="6663214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설계 원칙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2424232" y="6973253"/>
            <a:ext cx="4718090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계층이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외부 라이브러리 없이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직접 구현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계층이 독립 스레드로 동작하며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이벤트 큐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연결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저사양 SBC 환경에서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메모리·CPU 오버헤드 최소화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495699" y="6663214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주요 기술 스택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495699" y="6973253"/>
            <a:ext cx="4718090" cy="830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/dev/fb0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mmap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poll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/dev/input/event*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/dev/gpiochip0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pthread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std::thread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std::atomic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 브로드캐스트 + 동기화 배리어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정리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8860" y="2138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530906" y="2174319"/>
            <a:ext cx="33298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라이브러리 없는 그래픽 스택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309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Framebuffer + mmap + 더블버퍼링으로 완전 자체 구현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8860" y="35237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53090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하드웨어 입력 직접 해석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Subsystem + GPIO 인터럽트로 UI와 직접 연결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530906" y="4943951"/>
            <a:ext cx="28603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TCP 없는 실시간 동기화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 브로드캐스트 + 배리어로 저지연 멀티플레이어 구현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8860" y="62934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6"/>
          <p:cNvSpPr/>
          <p:nvPr/>
        </p:nvSpPr>
        <p:spPr>
          <a:xfrm>
            <a:off x="15309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저사양 최적화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530906" y="68191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aarch64 크로스컴파일 + 정적링크 + 시스템콜 직접 제어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Office PowerPoint</Application>
  <PresentationFormat>사용자 지정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Inter Bold</vt:lpstr>
      <vt:lpstr>Arial</vt:lpstr>
      <vt:lpstr>맑은 고딕</vt:lpstr>
      <vt:lpstr>Inter</vt:lpstr>
      <vt:lpstr>Consolas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lastModifiedBy>엄제원/연구원/Location Unit(jewon.eom@lge.com)</cp:lastModifiedBy>
  <cp:revision>2</cp:revision>
  <dcterms:created xsi:type="dcterms:W3CDTF">2026-04-21T07:47:33Z</dcterms:created>
  <dcterms:modified xsi:type="dcterms:W3CDTF">2026-04-21T07:49:42Z</dcterms:modified>
</cp:coreProperties>
</file>