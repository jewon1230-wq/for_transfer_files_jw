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7" r:id="rId2"/>
    <p:sldId id="258" r:id="rId3"/>
    <p:sldId id="259" r:id="rId4"/>
    <p:sldId id="266" r:id="rId5"/>
    <p:sldId id="267" r:id="rId6"/>
    <p:sldId id="277" r:id="rId7"/>
    <p:sldId id="278" r:id="rId8"/>
    <p:sldId id="269" r:id="rId9"/>
    <p:sldId id="271" r:id="rId10"/>
    <p:sldId id="272" r:id="rId11"/>
    <p:sldId id="274" r:id="rId12"/>
    <p:sldId id="275" r:id="rId13"/>
    <p:sldId id="276" r:id="rId14"/>
    <p:sldId id="270" r:id="rId15"/>
    <p:sldId id="273" r:id="rId16"/>
    <p:sldId id="268" r:id="rId17"/>
    <p:sldId id="260" r:id="rId18"/>
    <p:sldId id="261" r:id="rId19"/>
    <p:sldId id="262" r:id="rId20"/>
    <p:sldId id="263" r:id="rId21"/>
    <p:sldId id="264" r:id="rId22"/>
  </p:sldIdLst>
  <p:sldSz cx="17556163" cy="9875838"/>
  <p:notesSz cx="9875838" cy="17556163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10">
          <p15:clr>
            <a:srgbClr val="A4A3A4"/>
          </p15:clr>
        </p15:guide>
        <p15:guide id="2" pos="552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855" autoAdjust="0"/>
    <p:restoredTop sz="96395" autoAdjust="0"/>
  </p:normalViewPr>
  <p:slideViewPr>
    <p:cSldViewPr snapToGrid="0" snapToObjects="1">
      <p:cViewPr varScale="1">
        <p:scale>
          <a:sx n="81" d="100"/>
          <a:sy n="81" d="100"/>
        </p:scale>
        <p:origin x="462" y="-60"/>
      </p:cViewPr>
      <p:guideLst>
        <p:guide orient="horz" pos="3110"/>
        <p:guide pos="5529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0294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/>
          <p:cNvGrpSpPr/>
          <p:nvPr userDrawn="1"/>
        </p:nvGrpSpPr>
        <p:grpSpPr>
          <a:xfrm>
            <a:off x="0" y="0"/>
            <a:ext cx="17556480" cy="9875520"/>
            <a:chOff x="0" y="0"/>
            <a:chExt cx="17556480" cy="9875520"/>
          </a:xfrm>
        </p:grpSpPr>
        <p:pic>
          <p:nvPicPr>
            <p:cNvPr id="2" name="Image 0" descr="preencoded.png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7556480" cy="9875520"/>
            </a:xfrm>
            <a:prstGeom prst="rect">
              <a:avLst/>
            </a:prstGeom>
          </p:spPr>
        </p:pic>
        <p:sp>
          <p:nvSpPr>
            <p:cNvPr id="4" name="직사각형 3"/>
            <p:cNvSpPr/>
            <p:nvPr userDrawn="1"/>
          </p:nvSpPr>
          <p:spPr>
            <a:xfrm>
              <a:off x="0" y="1401288"/>
              <a:ext cx="17556163" cy="84742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" name="TextBox 2"/>
          <p:cNvSpPr txBox="1"/>
          <p:nvPr userDrawn="1"/>
        </p:nvSpPr>
        <p:spPr>
          <a:xfrm>
            <a:off x="501404" y="1675892"/>
            <a:ext cx="16453096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endParaRPr lang="en-US" altLang="ko-KR" sz="2400" dirty="0" smtClean="0">
              <a:latin typeface="LG스마트체2.0 SemiBold" panose="020B0600000101010101" pitchFamily="50" charset="-127"/>
              <a:ea typeface="LG스마트체2.0 SemiBold" panose="020B0600000101010101" pitchFamily="50" charset="-127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sz="2000" dirty="0" smtClean="0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ko-KR" altLang="en-US" sz="2000" dirty="0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0"/>
          </p:nvPr>
        </p:nvSpPr>
        <p:spPr>
          <a:xfrm>
            <a:off x="393700" y="1676400"/>
            <a:ext cx="16560800" cy="7581900"/>
          </a:xfrm>
          <a:prstGeom prst="rect">
            <a:avLst/>
          </a:prstGeom>
        </p:spPr>
        <p:txBody>
          <a:bodyPr/>
          <a:lstStyle>
            <a:lvl1pPr>
              <a:defRPr sz="2800">
                <a:latin typeface="LG스마트체2.0 SemiBold" panose="020B0600000101010101" pitchFamily="50" charset="-127"/>
                <a:ea typeface="LG스마트체2.0 SemiBold" panose="020B0600000101010101" pitchFamily="50" charset="-127"/>
              </a:defRPr>
            </a:lvl1pPr>
            <a:lvl2pPr>
              <a:defRPr sz="2400">
                <a:latin typeface="LG스마트체2.0 Regular" panose="020B0600000101010101" pitchFamily="50" charset="-127"/>
                <a:ea typeface="LG스마트체2.0 Regular" panose="020B0600000101010101" pitchFamily="50" charset="-127"/>
              </a:defRPr>
            </a:lvl2pPr>
            <a:lvl3pPr>
              <a:defRPr sz="2000">
                <a:latin typeface="LG스마트체2.0 Regular" panose="020B0600000101010101" pitchFamily="50" charset="-127"/>
                <a:ea typeface="LG스마트체2.0 Regular" panose="020B0600000101010101" pitchFamily="50" charset="-127"/>
              </a:defRPr>
            </a:lvl3pPr>
            <a:lvl4pPr>
              <a:defRPr sz="1800">
                <a:latin typeface="LG스마트체2.0 Light" panose="020B0600000101010101" pitchFamily="50" charset="-127"/>
                <a:ea typeface="LG스마트체2.0 Light" panose="020B0600000101010101" pitchFamily="50" charset="-127"/>
              </a:defRPr>
            </a:lvl4pPr>
            <a:lvl5pPr>
              <a:defRPr sz="1600">
                <a:latin typeface="LG스마트체2.0 Light" panose="020B0600000101010101" pitchFamily="50" charset="-127"/>
                <a:ea typeface="LG스마트체2.0 Light" panose="020B0600000101010101" pitchFamily="50" charset="-127"/>
              </a:defRPr>
            </a:lvl5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309163" y="1499017"/>
            <a:ext cx="59610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LG </a:t>
            </a:r>
            <a:r>
              <a:rPr lang="ko-KR" altLang="en-US" b="1" dirty="0" err="1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부트캠프</a:t>
            </a:r>
            <a:r>
              <a:rPr lang="ko-KR" altLang="en-US" b="1" dirty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lang="en-US" altLang="ko-KR" b="1" dirty="0" smtClean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12</a:t>
            </a:r>
            <a:r>
              <a:rPr lang="ko-KR" altLang="en-US" b="1" dirty="0" smtClean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기</a:t>
            </a:r>
            <a:endParaRPr lang="ko-KR" altLang="en-US" b="1" dirty="0">
              <a:solidFill>
                <a:schemeClr val="bg1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189242" y="5410269"/>
            <a:ext cx="141906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400" b="1" dirty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프로젝트 제목을 기입합니다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40474" y="7827365"/>
            <a:ext cx="596106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 smtClean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C</a:t>
            </a:r>
            <a:r>
              <a:rPr lang="ko-KR" altLang="en-US" sz="2800" b="1" smtClean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반 </a:t>
            </a:r>
            <a:r>
              <a:rPr lang="en-US" altLang="ko-KR" sz="2800" b="1" dirty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3</a:t>
            </a:r>
            <a:r>
              <a:rPr lang="ko-KR" altLang="en-US" sz="2800" b="1" smtClean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팀</a:t>
            </a:r>
            <a:endParaRPr lang="en-US" altLang="ko-KR" sz="2800" b="1" dirty="0">
              <a:solidFill>
                <a:schemeClr val="bg1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  <a:p>
            <a:endParaRPr lang="en-US" altLang="ko-KR" sz="2800" b="1" dirty="0">
              <a:solidFill>
                <a:schemeClr val="bg1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  <a:p>
            <a:r>
              <a:rPr lang="ko-KR" altLang="en-US" sz="2800" b="1" dirty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홍길동 </a:t>
            </a:r>
            <a:r>
              <a:rPr lang="ko-KR" altLang="en-US" sz="2800" b="1" dirty="0" err="1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갑돌이</a:t>
            </a:r>
            <a:r>
              <a:rPr lang="ko-KR" altLang="en-US" sz="2800" b="1" dirty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돌돌이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49202" y="4588833"/>
            <a:ext cx="141906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b="1" dirty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프로젝트 결과보고서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261" y="649796"/>
            <a:ext cx="4510135" cy="219456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92654" y="1373029"/>
            <a:ext cx="5253657" cy="13258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497049" y="2878040"/>
            <a:ext cx="11160121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914400">
              <a:lnSpc>
                <a:spcPct val="150000"/>
              </a:lnSpc>
              <a:buAutoNum type="arabicPeriod"/>
            </a:pPr>
            <a:r>
              <a:rPr lang="ko-KR" altLang="en-US" sz="4400" b="1" dirty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주제 및 결과 요약</a:t>
            </a:r>
            <a:endParaRPr lang="en-US" altLang="ko-KR" sz="4400" b="1" dirty="0">
              <a:solidFill>
                <a:schemeClr val="bg1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  <a:p>
            <a:pPr marL="914400" indent="-914400">
              <a:lnSpc>
                <a:spcPct val="150000"/>
              </a:lnSpc>
              <a:buAutoNum type="arabicPeriod"/>
            </a:pPr>
            <a:r>
              <a:rPr lang="ko-KR" altLang="en-US" sz="4400" b="1" dirty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개발 목표 및 개발 결과</a:t>
            </a:r>
            <a:endParaRPr lang="en-US" altLang="ko-KR" sz="4400" b="1" dirty="0">
              <a:solidFill>
                <a:schemeClr val="bg1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  <a:p>
            <a:pPr marL="914400" indent="-914400">
              <a:lnSpc>
                <a:spcPct val="150000"/>
              </a:lnSpc>
              <a:buAutoNum type="arabicPeriod"/>
            </a:pPr>
            <a:r>
              <a:rPr lang="ko-KR" altLang="en-US" sz="4400" b="1" dirty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핵심 기술</a:t>
            </a:r>
            <a:endParaRPr lang="en-US" altLang="ko-KR" sz="4400" b="1" dirty="0">
              <a:solidFill>
                <a:schemeClr val="bg1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  <a:p>
            <a:pPr marL="914400" indent="-914400">
              <a:lnSpc>
                <a:spcPct val="150000"/>
              </a:lnSpc>
              <a:buAutoNum type="arabicPeriod"/>
            </a:pPr>
            <a:r>
              <a:rPr lang="ko-KR" altLang="en-US" sz="4400" b="1" dirty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결과 분석 및 기대 효과</a:t>
            </a:r>
            <a:endParaRPr lang="en-US" altLang="ko-KR" sz="4400" b="1" dirty="0">
              <a:solidFill>
                <a:schemeClr val="bg1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  <a:p>
            <a:pPr marL="914400" indent="-914400">
              <a:lnSpc>
                <a:spcPct val="150000"/>
              </a:lnSpc>
              <a:buAutoNum type="arabicPeriod"/>
            </a:pPr>
            <a:r>
              <a:rPr lang="ko-KR" altLang="en-US" sz="4400" b="1" dirty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향후 연구 과제</a:t>
            </a:r>
            <a:endParaRPr lang="en-US" altLang="ko-KR" sz="4400" b="1" dirty="0">
              <a:solidFill>
                <a:schemeClr val="bg1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  <a:p>
            <a:pPr marL="914400" indent="-914400">
              <a:lnSpc>
                <a:spcPct val="150000"/>
              </a:lnSpc>
              <a:buAutoNum type="arabicPeriod"/>
            </a:pPr>
            <a:r>
              <a:rPr lang="ko-KR" altLang="en-US" sz="4400" b="1" dirty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프로젝트 수행 후기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10750089" y="7383726"/>
            <a:ext cx="6248622" cy="118422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3200" b="1">
                <a:solidFill>
                  <a:schemeClr val="tx1"/>
                </a:solidFill>
              </a:rPr>
              <a:t>필요시 목차 임의 수정 가능</a:t>
            </a:r>
            <a:endParaRPr lang="ko-KR" altLang="en-US" sz="32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4862" y="238662"/>
            <a:ext cx="141906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400" b="1" dirty="0" smtClean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0. </a:t>
            </a:r>
            <a:r>
              <a:rPr lang="ko-KR" altLang="en-US" sz="5400" b="1" smtClean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기획</a:t>
            </a:r>
            <a:endParaRPr lang="ko-KR" altLang="en-US" sz="5400" b="1" dirty="0">
              <a:solidFill>
                <a:schemeClr val="bg1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701540" y="1926235"/>
            <a:ext cx="16410803" cy="784478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2400" b="1" dirty="0" smtClean="0">
                <a:solidFill>
                  <a:schemeClr val="tx1"/>
                </a:solidFill>
              </a:rPr>
              <a:t>1. </a:t>
            </a:r>
            <a:r>
              <a:rPr lang="ko-KR" altLang="en-US" sz="2400" b="1" smtClean="0">
                <a:solidFill>
                  <a:schemeClr val="tx1"/>
                </a:solidFill>
              </a:rPr>
              <a:t>주제 </a:t>
            </a:r>
            <a:r>
              <a:rPr lang="en-US" altLang="ko-KR" sz="2400" b="1" dirty="0" smtClean="0">
                <a:solidFill>
                  <a:schemeClr val="tx1"/>
                </a:solidFill>
              </a:rPr>
              <a:t>: </a:t>
            </a:r>
            <a:r>
              <a:rPr lang="ko-KR" altLang="en-US" sz="2400" b="1" smtClean="0">
                <a:solidFill>
                  <a:schemeClr val="tx1"/>
                </a:solidFill>
              </a:rPr>
              <a:t>캐치 </a:t>
            </a:r>
            <a:r>
              <a:rPr lang="ko-KR" altLang="en-US" sz="2400" b="1" dirty="0" smtClean="0">
                <a:solidFill>
                  <a:schemeClr val="tx1"/>
                </a:solidFill>
              </a:rPr>
              <a:t>마인드</a:t>
            </a:r>
            <a:endParaRPr lang="en-US" altLang="ko-KR" sz="2400" b="1" dirty="0" smtClean="0">
              <a:solidFill>
                <a:schemeClr val="tx1"/>
              </a:solidFill>
            </a:endParaRPr>
          </a:p>
          <a:p>
            <a:pPr marL="457200" indent="-457200">
              <a:buFontTx/>
              <a:buChar char="-"/>
            </a:pPr>
            <a:r>
              <a:rPr lang="ko-KR" altLang="en-US" sz="2400" b="1" dirty="0" smtClean="0">
                <a:solidFill>
                  <a:schemeClr val="tx1"/>
                </a:solidFill>
              </a:rPr>
              <a:t>필요 인원 </a:t>
            </a:r>
            <a:r>
              <a:rPr lang="en-US" altLang="ko-KR" sz="2400" b="1" dirty="0" smtClean="0">
                <a:solidFill>
                  <a:schemeClr val="tx1"/>
                </a:solidFill>
              </a:rPr>
              <a:t>3</a:t>
            </a:r>
            <a:r>
              <a:rPr lang="ko-KR" altLang="en-US" sz="2400" b="1" smtClean="0">
                <a:solidFill>
                  <a:schemeClr val="tx1"/>
                </a:solidFill>
              </a:rPr>
              <a:t>명 </a:t>
            </a:r>
            <a:r>
              <a:rPr lang="en-US" altLang="ko-KR" sz="2400" b="1" dirty="0">
                <a:solidFill>
                  <a:schemeClr val="tx1"/>
                </a:solidFill>
              </a:rPr>
              <a:t>(</a:t>
            </a:r>
            <a:r>
              <a:rPr lang="en-US" altLang="ko-KR" sz="2400" b="1" dirty="0" smtClean="0">
                <a:solidFill>
                  <a:schemeClr val="tx1"/>
                </a:solidFill>
              </a:rPr>
              <a:t>1</a:t>
            </a:r>
            <a:r>
              <a:rPr lang="ko-KR" altLang="en-US" sz="2400" b="1" smtClean="0">
                <a:solidFill>
                  <a:schemeClr val="tx1"/>
                </a:solidFill>
              </a:rPr>
              <a:t>명 출제자</a:t>
            </a:r>
            <a:r>
              <a:rPr lang="en-US" altLang="ko-KR" sz="2400" b="1" dirty="0" smtClean="0">
                <a:solidFill>
                  <a:schemeClr val="tx1"/>
                </a:solidFill>
              </a:rPr>
              <a:t>, 2</a:t>
            </a:r>
            <a:r>
              <a:rPr lang="ko-KR" altLang="en-US" sz="2400" b="1" smtClean="0">
                <a:solidFill>
                  <a:schemeClr val="tx1"/>
                </a:solidFill>
              </a:rPr>
              <a:t>명 참가자</a:t>
            </a:r>
            <a:r>
              <a:rPr lang="en-US" altLang="ko-KR" sz="2400" b="1" dirty="0" smtClean="0">
                <a:solidFill>
                  <a:schemeClr val="tx1"/>
                </a:solidFill>
              </a:rPr>
              <a:t>)</a:t>
            </a:r>
          </a:p>
          <a:p>
            <a:endParaRPr lang="en-US" altLang="ko-KR" sz="2400" b="1" dirty="0" smtClean="0">
              <a:solidFill>
                <a:schemeClr val="tx1"/>
              </a:solidFill>
            </a:endParaRPr>
          </a:p>
          <a:p>
            <a:r>
              <a:rPr lang="en-US" altLang="ko-KR" sz="2400" b="1" dirty="0" smtClean="0">
                <a:solidFill>
                  <a:schemeClr val="tx1"/>
                </a:solidFill>
              </a:rPr>
              <a:t>2. </a:t>
            </a:r>
            <a:r>
              <a:rPr lang="ko-KR" altLang="en-US" sz="2400" b="1" smtClean="0">
                <a:solidFill>
                  <a:schemeClr val="tx1"/>
                </a:solidFill>
              </a:rPr>
              <a:t>게임 방식</a:t>
            </a:r>
            <a:endParaRPr lang="en-US" altLang="ko-KR" sz="2400" b="1" dirty="0">
              <a:solidFill>
                <a:schemeClr val="tx1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altLang="ko-KR" sz="2000" dirty="0" smtClean="0">
                <a:solidFill>
                  <a:schemeClr val="tx1"/>
                </a:solidFill>
              </a:rPr>
              <a:t>3</a:t>
            </a:r>
            <a:r>
              <a:rPr lang="ko-KR" altLang="en-US" sz="2000" smtClean="0">
                <a:solidFill>
                  <a:schemeClr val="tx1"/>
                </a:solidFill>
              </a:rPr>
              <a:t>인 연결 </a:t>
            </a:r>
            <a:r>
              <a:rPr lang="en-US" altLang="ko-KR" sz="2000" dirty="0" smtClean="0">
                <a:solidFill>
                  <a:schemeClr val="tx1"/>
                </a:solidFill>
              </a:rPr>
              <a:t>– UDP </a:t>
            </a:r>
            <a:r>
              <a:rPr lang="ko-KR" altLang="en-US" sz="2000" smtClean="0">
                <a:solidFill>
                  <a:schemeClr val="tx1"/>
                </a:solidFill>
              </a:rPr>
              <a:t>통신</a:t>
            </a:r>
            <a:endParaRPr lang="en-US" altLang="ko-KR" sz="2000" dirty="0" smtClean="0">
              <a:solidFill>
                <a:schemeClr val="tx1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ko-KR" altLang="en-US" sz="2000" dirty="0" smtClean="0">
                <a:solidFill>
                  <a:schemeClr val="tx1"/>
                </a:solidFill>
              </a:rPr>
              <a:t>출제자</a:t>
            </a:r>
            <a:r>
              <a:rPr lang="en-US" altLang="ko-KR" sz="2000" dirty="0" smtClean="0">
                <a:solidFill>
                  <a:schemeClr val="tx1"/>
                </a:solidFill>
              </a:rPr>
              <a:t>, </a:t>
            </a:r>
            <a:r>
              <a:rPr lang="ko-KR" altLang="en-US" sz="2000" smtClean="0">
                <a:solidFill>
                  <a:schemeClr val="tx1"/>
                </a:solidFill>
              </a:rPr>
              <a:t>참가자 선택 </a:t>
            </a:r>
            <a:r>
              <a:rPr lang="en-US" altLang="ko-KR" sz="2000" dirty="0" smtClean="0">
                <a:solidFill>
                  <a:schemeClr val="tx1"/>
                </a:solidFill>
              </a:rPr>
              <a:t>– </a:t>
            </a:r>
            <a:r>
              <a:rPr lang="ko-KR" altLang="en-US" sz="2000" smtClean="0">
                <a:solidFill>
                  <a:schemeClr val="tx1"/>
                </a:solidFill>
              </a:rPr>
              <a:t>선착순</a:t>
            </a:r>
            <a:r>
              <a:rPr lang="en-US" altLang="ko-KR" sz="2000" dirty="0" smtClean="0">
                <a:solidFill>
                  <a:schemeClr val="tx1"/>
                </a:solidFill>
              </a:rPr>
              <a:t>? </a:t>
            </a:r>
            <a:r>
              <a:rPr lang="ko-KR" altLang="en-US" sz="2000" smtClean="0">
                <a:solidFill>
                  <a:schemeClr val="tx1"/>
                </a:solidFill>
              </a:rPr>
              <a:t>랜덤</a:t>
            </a:r>
            <a:r>
              <a:rPr lang="en-US" altLang="ko-KR" sz="2000" dirty="0" smtClean="0">
                <a:solidFill>
                  <a:schemeClr val="tx1"/>
                </a:solidFill>
              </a:rPr>
              <a:t>?</a:t>
            </a:r>
          </a:p>
          <a:p>
            <a:pPr marL="457200" indent="-457200">
              <a:buFont typeface="+mj-lt"/>
              <a:buAutoNum type="arabicPeriod"/>
            </a:pPr>
            <a:r>
              <a:rPr lang="ko-KR" altLang="en-US" sz="2000" dirty="0" smtClean="0">
                <a:solidFill>
                  <a:schemeClr val="tx1"/>
                </a:solidFill>
              </a:rPr>
              <a:t>출제자가 </a:t>
            </a:r>
            <a:r>
              <a:rPr lang="ko-KR" altLang="en-US" sz="2000" dirty="0">
                <a:solidFill>
                  <a:schemeClr val="tx1"/>
                </a:solidFill>
              </a:rPr>
              <a:t>카테고리</a:t>
            </a:r>
            <a:r>
              <a:rPr lang="en-US" altLang="ko-KR" sz="2000" dirty="0">
                <a:solidFill>
                  <a:schemeClr val="tx1"/>
                </a:solidFill>
              </a:rPr>
              <a:t>&gt;</a:t>
            </a:r>
            <a:r>
              <a:rPr lang="ko-KR" altLang="en-US" sz="2000">
                <a:solidFill>
                  <a:schemeClr val="tx1"/>
                </a:solidFill>
              </a:rPr>
              <a:t>주제어 </a:t>
            </a:r>
            <a:r>
              <a:rPr lang="ko-KR" altLang="en-US" sz="2000" smtClean="0">
                <a:solidFill>
                  <a:schemeClr val="tx1"/>
                </a:solidFill>
              </a:rPr>
              <a:t>순서로 선택 </a:t>
            </a:r>
            <a:r>
              <a:rPr lang="en-US" altLang="ko-KR" sz="2000" dirty="0" smtClean="0">
                <a:solidFill>
                  <a:schemeClr val="tx1"/>
                </a:solidFill>
              </a:rPr>
              <a:t>– </a:t>
            </a:r>
            <a:r>
              <a:rPr lang="ko-KR" altLang="en-US" sz="2000" smtClean="0">
                <a:solidFill>
                  <a:schemeClr val="tx1"/>
                </a:solidFill>
              </a:rPr>
              <a:t>각 계층 별 </a:t>
            </a:r>
            <a:r>
              <a:rPr lang="en-US" altLang="ko-KR" sz="2000" dirty="0" smtClean="0">
                <a:solidFill>
                  <a:schemeClr val="tx1"/>
                </a:solidFill>
              </a:rPr>
              <a:t>4</a:t>
            </a:r>
            <a:r>
              <a:rPr lang="ko-KR" altLang="en-US" sz="2000" smtClean="0">
                <a:solidFill>
                  <a:schemeClr val="tx1"/>
                </a:solidFill>
              </a:rPr>
              <a:t>개씩 랜덤</a:t>
            </a:r>
            <a:endParaRPr lang="en-US" altLang="ko-KR" sz="2000" dirty="0" smtClean="0">
              <a:solidFill>
                <a:schemeClr val="tx1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ko-KR" altLang="en-US" sz="2000" dirty="0" smtClean="0">
                <a:solidFill>
                  <a:schemeClr val="tx1"/>
                </a:solidFill>
              </a:rPr>
              <a:t>출제자가 그림 그리기 시작 </a:t>
            </a:r>
            <a:r>
              <a:rPr lang="en-US" altLang="ko-KR" sz="2000" dirty="0" smtClean="0">
                <a:solidFill>
                  <a:schemeClr val="tx1"/>
                </a:solidFill>
              </a:rPr>
              <a:t>– BGM?</a:t>
            </a:r>
          </a:p>
          <a:p>
            <a:pPr marL="457200" indent="-457200">
              <a:buFont typeface="+mj-lt"/>
              <a:buAutoNum type="arabicPeriod"/>
            </a:pPr>
            <a:r>
              <a:rPr lang="ko-KR" altLang="en-US" sz="2000" dirty="0" smtClean="0">
                <a:solidFill>
                  <a:schemeClr val="tx1"/>
                </a:solidFill>
              </a:rPr>
              <a:t>그리는 도중 참가자는 정답을 자신의 화면에 작성하여 제출</a:t>
            </a:r>
            <a:endParaRPr lang="ko-KR" altLang="en-US" sz="2000" dirty="0">
              <a:solidFill>
                <a:schemeClr val="tx1"/>
              </a:solidFill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ko-KR" altLang="en-US" sz="2000" dirty="0" smtClean="0">
                <a:solidFill>
                  <a:schemeClr val="tx1"/>
                </a:solidFill>
              </a:rPr>
              <a:t>화면에 글씨를 쓰고 버튼을 눌러 제출</a:t>
            </a:r>
            <a:r>
              <a:rPr lang="en-US" altLang="ko-KR" sz="2000" dirty="0" smtClean="0">
                <a:solidFill>
                  <a:schemeClr val="tx1"/>
                </a:solidFill>
              </a:rPr>
              <a:t>, </a:t>
            </a:r>
            <a:r>
              <a:rPr lang="ko-KR" altLang="en-US" sz="2000" smtClean="0">
                <a:solidFill>
                  <a:schemeClr val="tx1"/>
                </a:solidFill>
              </a:rPr>
              <a:t>제출 시 소리</a:t>
            </a:r>
            <a:endParaRPr lang="ko-KR" altLang="en-US" sz="2000" dirty="0">
              <a:solidFill>
                <a:schemeClr val="tx1"/>
              </a:solidFill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ko-KR" altLang="en-US" sz="2000" dirty="0">
                <a:solidFill>
                  <a:schemeClr val="tx1"/>
                </a:solidFill>
              </a:rPr>
              <a:t>제출 버튼 클릭 시 </a:t>
            </a:r>
            <a:r>
              <a:rPr lang="ko-KR" altLang="en-US" sz="2000" dirty="0" smtClean="0">
                <a:solidFill>
                  <a:schemeClr val="tx1"/>
                </a:solidFill>
              </a:rPr>
              <a:t>출제자 화면에 참가자 작성 답이 뜨도록 구성</a:t>
            </a:r>
            <a:endParaRPr lang="en-US" altLang="ko-KR" sz="2000" dirty="0" smtClean="0">
              <a:solidFill>
                <a:schemeClr val="tx1"/>
              </a:solidFill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ko-KR" altLang="en-US" sz="2000" dirty="0" smtClean="0">
                <a:solidFill>
                  <a:schemeClr val="tx1"/>
                </a:solidFill>
              </a:rPr>
              <a:t>참가자가 작성 중에는 다른 참가자는 작성되는 내용을 볼 수 없음</a:t>
            </a:r>
            <a:endParaRPr lang="en-US" altLang="ko-KR" sz="2000" dirty="0" smtClean="0">
              <a:solidFill>
                <a:schemeClr val="tx1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ko-KR" altLang="en-US" sz="2000" dirty="0" smtClean="0">
                <a:solidFill>
                  <a:schemeClr val="tx1"/>
                </a:solidFill>
              </a:rPr>
              <a:t>출제자는 확인 후 정답 판단</a:t>
            </a:r>
            <a:endParaRPr lang="en-US" altLang="ko-KR" sz="2000" dirty="0" smtClean="0">
              <a:solidFill>
                <a:schemeClr val="tx1"/>
              </a:solidFill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ko-KR" altLang="en-US" sz="2000" dirty="0" smtClean="0">
                <a:solidFill>
                  <a:schemeClr val="tx1"/>
                </a:solidFill>
              </a:rPr>
              <a:t>정답 판단은 </a:t>
            </a:r>
            <a:r>
              <a:rPr lang="ko-KR" altLang="en-US" sz="2000" dirty="0" err="1" smtClean="0">
                <a:solidFill>
                  <a:schemeClr val="tx1"/>
                </a:solidFill>
              </a:rPr>
              <a:t>버튼식</a:t>
            </a:r>
            <a:r>
              <a:rPr lang="en-US" altLang="ko-KR" sz="2000" dirty="0" smtClean="0">
                <a:solidFill>
                  <a:schemeClr val="tx1"/>
                </a:solidFill>
              </a:rPr>
              <a:t>, </a:t>
            </a:r>
            <a:r>
              <a:rPr lang="ko-KR" altLang="en-US" sz="2000" smtClean="0">
                <a:solidFill>
                  <a:schemeClr val="tx1"/>
                </a:solidFill>
              </a:rPr>
              <a:t>정답</a:t>
            </a:r>
            <a:r>
              <a:rPr lang="en-US" altLang="ko-KR" sz="2000" dirty="0" smtClean="0">
                <a:solidFill>
                  <a:schemeClr val="tx1"/>
                </a:solidFill>
              </a:rPr>
              <a:t>/</a:t>
            </a:r>
            <a:r>
              <a:rPr lang="ko-KR" altLang="en-US" sz="2000" smtClean="0">
                <a:solidFill>
                  <a:schemeClr val="tx1"/>
                </a:solidFill>
              </a:rPr>
              <a:t>오답 각각 소리</a:t>
            </a:r>
            <a:endParaRPr lang="en-US" altLang="ko-KR" sz="2000" dirty="0" smtClean="0">
              <a:solidFill>
                <a:schemeClr val="tx1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ko-KR" altLang="en-US" sz="2000" dirty="0" smtClean="0">
                <a:solidFill>
                  <a:schemeClr val="tx1"/>
                </a:solidFill>
              </a:rPr>
              <a:t>정답 시 다음 라운드 시작</a:t>
            </a:r>
            <a:endParaRPr lang="en-US" altLang="ko-KR" sz="2000" dirty="0" smtClean="0">
              <a:solidFill>
                <a:schemeClr val="tx1"/>
              </a:solidFill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ko-KR" altLang="en-US" sz="2000" dirty="0" smtClean="0">
                <a:solidFill>
                  <a:schemeClr val="tx1"/>
                </a:solidFill>
              </a:rPr>
              <a:t>맞춘 사람이 출제자가 되고</a:t>
            </a:r>
            <a:r>
              <a:rPr lang="en-US" altLang="ko-KR" sz="2000" dirty="0" smtClean="0">
                <a:solidFill>
                  <a:schemeClr val="tx1"/>
                </a:solidFill>
              </a:rPr>
              <a:t>, </a:t>
            </a:r>
            <a:r>
              <a:rPr lang="ko-KR" altLang="en-US" sz="2000" smtClean="0">
                <a:solidFill>
                  <a:schemeClr val="tx1"/>
                </a:solidFill>
              </a:rPr>
              <a:t>다시 주제어 선택 화면으로 전환</a:t>
            </a:r>
            <a:endParaRPr lang="en-US" altLang="ko-KR" sz="2000" dirty="0" smtClean="0">
              <a:solidFill>
                <a:schemeClr val="tx1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ko-KR" altLang="en-US" sz="2000" dirty="0" smtClean="0">
                <a:solidFill>
                  <a:schemeClr val="tx1"/>
                </a:solidFill>
              </a:rPr>
              <a:t>이후 반복</a:t>
            </a:r>
            <a:endParaRPr lang="en-US" altLang="ko-KR" sz="2000" dirty="0" smtClean="0">
              <a:solidFill>
                <a:schemeClr val="tx1"/>
              </a:solidFill>
            </a:endParaRPr>
          </a:p>
          <a:p>
            <a:endParaRPr lang="en-US" altLang="ko-KR" sz="2400" b="1" dirty="0" smtClean="0">
              <a:solidFill>
                <a:schemeClr val="tx1"/>
              </a:solidFill>
            </a:endParaRPr>
          </a:p>
          <a:p>
            <a:r>
              <a:rPr lang="ko-KR" altLang="en-US" sz="2400" b="1" dirty="0" err="1" smtClean="0">
                <a:solidFill>
                  <a:schemeClr val="tx1"/>
                </a:solidFill>
              </a:rPr>
              <a:t>걱정점</a:t>
            </a:r>
            <a:endParaRPr lang="en-US" altLang="ko-KR" sz="2400" b="1" dirty="0" smtClean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400" b="1" dirty="0" smtClean="0">
                <a:solidFill>
                  <a:schemeClr val="tx1"/>
                </a:solidFill>
              </a:rPr>
              <a:t>3</a:t>
            </a:r>
            <a:r>
              <a:rPr lang="ko-KR" altLang="en-US" sz="2400" b="1" smtClean="0">
                <a:solidFill>
                  <a:schemeClr val="tx1"/>
                </a:solidFill>
              </a:rPr>
              <a:t>인 통신 방식</a:t>
            </a:r>
            <a:endParaRPr lang="en-US" altLang="ko-KR" sz="2400" b="1" dirty="0" smtClean="0">
              <a:solidFill>
                <a:schemeClr val="tx1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sz="2400" b="1" dirty="0" smtClean="0">
                <a:solidFill>
                  <a:schemeClr val="tx1"/>
                </a:solidFill>
              </a:rPr>
              <a:t>허브 필요</a:t>
            </a:r>
            <a:r>
              <a:rPr lang="en-US" altLang="ko-KR" sz="2400" b="1" dirty="0">
                <a:solidFill>
                  <a:schemeClr val="tx1"/>
                </a:solidFill>
              </a:rPr>
              <a:t> </a:t>
            </a:r>
            <a:r>
              <a:rPr lang="en-US" altLang="ko-KR" sz="2400" b="1" dirty="0" smtClean="0">
                <a:solidFill>
                  <a:schemeClr val="tx1"/>
                </a:solidFill>
              </a:rPr>
              <a:t>– </a:t>
            </a:r>
            <a:r>
              <a:rPr lang="ko-KR" altLang="en-US" sz="2400" b="1" smtClean="0">
                <a:solidFill>
                  <a:schemeClr val="tx1"/>
                </a:solidFill>
              </a:rPr>
              <a:t>이더넷</a:t>
            </a:r>
            <a:endParaRPr lang="en-US" altLang="ko-KR" sz="2400" b="1" dirty="0" smtClean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400" b="1" dirty="0" smtClean="0">
                <a:solidFill>
                  <a:schemeClr val="tx1"/>
                </a:solidFill>
              </a:rPr>
              <a:t>참가자 화면에서 출제자 화면 실시간 출력이 가능할까</a:t>
            </a:r>
            <a:endParaRPr lang="en-US" altLang="ko-KR" sz="2400" b="1" dirty="0" smtClean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400" b="1" dirty="0" smtClean="0">
                <a:solidFill>
                  <a:schemeClr val="tx1"/>
                </a:solidFill>
              </a:rPr>
              <a:t>QT </a:t>
            </a:r>
            <a:r>
              <a:rPr lang="ko-KR" altLang="en-US" sz="2400" b="1" smtClean="0">
                <a:solidFill>
                  <a:schemeClr val="tx1"/>
                </a:solidFill>
              </a:rPr>
              <a:t>그림판 </a:t>
            </a:r>
            <a:r>
              <a:rPr lang="en-US" altLang="ko-KR" sz="2400" b="1" dirty="0" smtClean="0">
                <a:solidFill>
                  <a:schemeClr val="tx1"/>
                </a:solidFill>
              </a:rPr>
              <a:t>– </a:t>
            </a:r>
            <a:r>
              <a:rPr lang="ko-KR" altLang="en-US" sz="2400" b="1" smtClean="0">
                <a:solidFill>
                  <a:schemeClr val="tx1"/>
                </a:solidFill>
              </a:rPr>
              <a:t>좌표식으로 정보를 전파하는 식으로</a:t>
            </a:r>
            <a:endParaRPr lang="en-US" altLang="ko-KR" sz="2400" b="1" dirty="0" smtClean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400" b="1" dirty="0" smtClean="0">
                <a:solidFill>
                  <a:schemeClr val="tx1"/>
                </a:solidFill>
              </a:rPr>
              <a:t>점의 색</a:t>
            </a:r>
            <a:r>
              <a:rPr lang="en-US" altLang="ko-KR" sz="2400" b="1" dirty="0" smtClean="0">
                <a:solidFill>
                  <a:schemeClr val="tx1"/>
                </a:solidFill>
              </a:rPr>
              <a:t>, </a:t>
            </a:r>
            <a:r>
              <a:rPr lang="ko-KR" altLang="en-US" sz="2400" b="1" smtClean="0">
                <a:solidFill>
                  <a:schemeClr val="tx1"/>
                </a:solidFill>
              </a:rPr>
              <a:t>크기</a:t>
            </a:r>
            <a:r>
              <a:rPr lang="en-US" altLang="ko-KR" sz="2400" b="1" dirty="0" smtClean="0">
                <a:solidFill>
                  <a:schemeClr val="tx1"/>
                </a:solidFill>
              </a:rPr>
              <a:t>,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400" b="1" dirty="0" smtClean="0">
                <a:solidFill>
                  <a:schemeClr val="tx1"/>
                </a:solidFill>
              </a:rPr>
              <a:t>일정 시간마다 </a:t>
            </a:r>
            <a:r>
              <a:rPr lang="ko-KR" altLang="en-US" sz="2400" b="1" dirty="0" err="1" smtClean="0">
                <a:solidFill>
                  <a:schemeClr val="tx1"/>
                </a:solidFill>
              </a:rPr>
              <a:t>캡처를</a:t>
            </a:r>
            <a:r>
              <a:rPr lang="ko-KR" altLang="en-US" sz="2400" b="1" dirty="0" smtClean="0">
                <a:solidFill>
                  <a:schemeClr val="tx1"/>
                </a:solidFill>
              </a:rPr>
              <a:t> 전송하는 방식 </a:t>
            </a:r>
            <a:r>
              <a:rPr lang="en-US" altLang="ko-KR" sz="2400" b="1" dirty="0" smtClean="0">
                <a:solidFill>
                  <a:schemeClr val="tx1"/>
                </a:solidFill>
              </a:rPr>
              <a:t>– 3fps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400" b="1" dirty="0" smtClean="0">
                <a:solidFill>
                  <a:schemeClr val="tx1"/>
                </a:solidFill>
              </a:rPr>
              <a:t>제한</a:t>
            </a:r>
            <a:r>
              <a:rPr lang="en-US" altLang="ko-KR" sz="2400" b="1" dirty="0" smtClean="0">
                <a:solidFill>
                  <a:schemeClr val="tx1"/>
                </a:solidFill>
              </a:rPr>
              <a:t> </a:t>
            </a:r>
            <a:r>
              <a:rPr lang="ko-KR" altLang="en-US" sz="2400" b="1" smtClean="0">
                <a:solidFill>
                  <a:schemeClr val="tx1"/>
                </a:solidFill>
              </a:rPr>
              <a:t>시간 표시 </a:t>
            </a:r>
            <a:r>
              <a:rPr lang="en-US" altLang="ko-KR" sz="2400" b="1" dirty="0" smtClean="0">
                <a:solidFill>
                  <a:schemeClr val="tx1"/>
                </a:solidFill>
              </a:rPr>
              <a:t>– </a:t>
            </a:r>
            <a:r>
              <a:rPr lang="ko-KR" altLang="en-US" sz="2400" b="1" smtClean="0">
                <a:solidFill>
                  <a:schemeClr val="tx1"/>
                </a:solidFill>
              </a:rPr>
              <a:t>남은 시간이 적을 때 붉은 색으로 전환</a:t>
            </a:r>
            <a:endParaRPr lang="en-US" altLang="ko-KR" sz="2400" b="1" dirty="0" smtClean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400" b="1" dirty="0" smtClean="0">
                <a:solidFill>
                  <a:schemeClr val="tx1"/>
                </a:solidFill>
              </a:rPr>
              <a:t>참가자 찬스 </a:t>
            </a:r>
            <a:endParaRPr lang="en-US" altLang="ko-KR" sz="2400" b="1" dirty="0" smtClean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400" b="1" dirty="0" err="1" smtClean="0">
                <a:solidFill>
                  <a:schemeClr val="tx1"/>
                </a:solidFill>
              </a:rPr>
              <a:t>점수제</a:t>
            </a:r>
            <a:r>
              <a:rPr lang="ko-KR" altLang="en-US" sz="2400" b="1" dirty="0" smtClean="0">
                <a:solidFill>
                  <a:schemeClr val="tx1"/>
                </a:solidFill>
              </a:rPr>
              <a:t> </a:t>
            </a:r>
            <a:r>
              <a:rPr lang="en-US" altLang="ko-KR" sz="2400" b="1" dirty="0" smtClean="0">
                <a:solidFill>
                  <a:schemeClr val="tx1"/>
                </a:solidFill>
              </a:rPr>
              <a:t>– </a:t>
            </a:r>
            <a:r>
              <a:rPr lang="ko-KR" altLang="en-US" sz="2400" b="1" smtClean="0">
                <a:solidFill>
                  <a:schemeClr val="tx1"/>
                </a:solidFill>
              </a:rPr>
              <a:t>빨리 맞출때 출제자</a:t>
            </a:r>
            <a:r>
              <a:rPr lang="en-US" altLang="ko-KR" sz="2400" b="1" dirty="0" smtClean="0">
                <a:solidFill>
                  <a:schemeClr val="tx1"/>
                </a:solidFill>
              </a:rPr>
              <a:t>, </a:t>
            </a:r>
            <a:r>
              <a:rPr lang="ko-KR" altLang="en-US" sz="2400" b="1" smtClean="0">
                <a:solidFill>
                  <a:schemeClr val="tx1"/>
                </a:solidFill>
              </a:rPr>
              <a:t>맞춘 참가자 점수 추가</a:t>
            </a:r>
            <a:endParaRPr lang="en-US" altLang="ko-KR" sz="2400" b="1" dirty="0" smtClean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2400" b="1" dirty="0" smtClean="0">
              <a:solidFill>
                <a:schemeClr val="tx1"/>
              </a:solidFill>
            </a:endParaRPr>
          </a:p>
          <a:p>
            <a:endParaRPr lang="ko-KR" altLang="en-US" sz="3200" b="1" dirty="0">
              <a:solidFill>
                <a:schemeClr val="tx1"/>
              </a:solidFill>
            </a:endParaRPr>
          </a:p>
        </p:txBody>
      </p:sp>
      <p:grpSp>
        <p:nvGrpSpPr>
          <p:cNvPr id="21" name="그룹 20"/>
          <p:cNvGrpSpPr/>
          <p:nvPr/>
        </p:nvGrpSpPr>
        <p:grpSpPr>
          <a:xfrm>
            <a:off x="11547566" y="2974770"/>
            <a:ext cx="4611188" cy="3517470"/>
            <a:chOff x="11547566" y="2974770"/>
            <a:chExt cx="4611188" cy="3517470"/>
          </a:xfrm>
        </p:grpSpPr>
        <p:grpSp>
          <p:nvGrpSpPr>
            <p:cNvPr id="16" name="그룹 15"/>
            <p:cNvGrpSpPr/>
            <p:nvPr/>
          </p:nvGrpSpPr>
          <p:grpSpPr>
            <a:xfrm>
              <a:off x="11547566" y="3566160"/>
              <a:ext cx="4611188" cy="2926080"/>
              <a:chOff x="11913326" y="5799909"/>
              <a:chExt cx="4611188" cy="2926080"/>
            </a:xfrm>
          </p:grpSpPr>
          <p:sp>
            <p:nvSpPr>
              <p:cNvPr id="6" name="직사각형 5"/>
              <p:cNvSpPr/>
              <p:nvPr/>
            </p:nvSpPr>
            <p:spPr>
              <a:xfrm>
                <a:off x="11913326" y="5799909"/>
                <a:ext cx="4611188" cy="2913017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b="1"/>
              </a:p>
            </p:txBody>
          </p:sp>
          <p:cxnSp>
            <p:nvCxnSpPr>
              <p:cNvPr id="8" name="직선 연결선 7"/>
              <p:cNvCxnSpPr/>
              <p:nvPr/>
            </p:nvCxnSpPr>
            <p:spPr>
              <a:xfrm>
                <a:off x="14218920" y="7256418"/>
                <a:ext cx="0" cy="1469571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직선 연결선 11"/>
              <p:cNvCxnSpPr>
                <a:stCxn id="6" idx="3"/>
                <a:endCxn id="6" idx="1"/>
              </p:cNvCxnSpPr>
              <p:nvPr/>
            </p:nvCxnSpPr>
            <p:spPr>
              <a:xfrm flipH="1">
                <a:off x="11913326" y="7256418"/>
                <a:ext cx="4611188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7" name="TextBox 16"/>
            <p:cNvSpPr txBox="1"/>
            <p:nvPr/>
          </p:nvSpPr>
          <p:spPr>
            <a:xfrm>
              <a:off x="11691258" y="2974770"/>
              <a:ext cx="14189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/>
                <a:t>화면 </a:t>
              </a:r>
              <a:r>
                <a:rPr lang="en-US" altLang="ko-KR" b="1" dirty="0" smtClean="0"/>
                <a:t>UI </a:t>
              </a:r>
              <a:r>
                <a:rPr lang="ko-KR" altLang="en-US" b="1" smtClean="0"/>
                <a:t>구성</a:t>
              </a:r>
              <a:endParaRPr lang="ko-KR" altLang="en-US" b="1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1691258" y="3703023"/>
              <a:ext cx="1483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/>
                <a:t>출제자</a:t>
              </a:r>
              <a:r>
                <a:rPr lang="en-US" altLang="ko-KR" b="1" dirty="0"/>
                <a:t>(</a:t>
              </a:r>
              <a:r>
                <a:rPr lang="ko-KR" altLang="en-US" b="1" smtClean="0"/>
                <a:t>점수</a:t>
              </a:r>
              <a:r>
                <a:rPr lang="en-US" altLang="ko-KR" b="1" dirty="0" smtClean="0"/>
                <a:t>)</a:t>
              </a:r>
              <a:endParaRPr lang="ko-KR" altLang="en-US" b="1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11575644" y="5159532"/>
              <a:ext cx="17059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/>
                <a:t>참가자 </a:t>
              </a:r>
              <a:r>
                <a:rPr lang="en-US" altLang="ko-KR" b="1" dirty="0" smtClean="0"/>
                <a:t>1</a:t>
              </a:r>
              <a:r>
                <a:rPr lang="en-US" altLang="ko-KR" b="1" dirty="0"/>
                <a:t> (</a:t>
              </a:r>
              <a:r>
                <a:rPr lang="ko-KR" altLang="en-US" b="1"/>
                <a:t>점수</a:t>
              </a:r>
              <a:r>
                <a:rPr lang="en-US" altLang="ko-KR" b="1" dirty="0"/>
                <a:t>)</a:t>
              </a:r>
              <a:endParaRPr lang="ko-KR" altLang="en-US" b="1" dirty="0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13958875" y="5159532"/>
              <a:ext cx="17059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smtClean="0"/>
                <a:t>참가자 </a:t>
              </a:r>
              <a:r>
                <a:rPr lang="en-US" altLang="ko-KR" b="1" dirty="0" smtClean="0"/>
                <a:t>2 </a:t>
              </a:r>
              <a:r>
                <a:rPr lang="en-US" altLang="ko-KR" b="1" dirty="0"/>
                <a:t>(</a:t>
              </a:r>
              <a:r>
                <a:rPr lang="ko-KR" altLang="en-US" b="1"/>
                <a:t>점수</a:t>
              </a:r>
              <a:r>
                <a:rPr lang="en-US" altLang="ko-KR" b="1" dirty="0"/>
                <a:t>)</a:t>
              </a:r>
              <a:endParaRPr lang="ko-KR" altLang="en-US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35890414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4862" y="238662"/>
            <a:ext cx="141906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400" b="1" dirty="0" smtClean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0. </a:t>
            </a:r>
            <a:r>
              <a:rPr lang="ko-KR" altLang="en-US" sz="5400" b="1" smtClean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기획</a:t>
            </a:r>
            <a:endParaRPr lang="ko-KR" altLang="en-US" sz="5400" b="1" dirty="0">
              <a:solidFill>
                <a:schemeClr val="bg1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701540" y="1926235"/>
            <a:ext cx="16410803" cy="784478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3200" b="1" dirty="0" smtClean="0">
                <a:solidFill>
                  <a:schemeClr val="tx1"/>
                </a:solidFill>
              </a:rPr>
              <a:t>허브</a:t>
            </a:r>
            <a:r>
              <a:rPr lang="en-US" altLang="ko-KR" sz="3200" b="1" dirty="0" smtClean="0">
                <a:solidFill>
                  <a:schemeClr val="tx1"/>
                </a:solidFill>
              </a:rPr>
              <a:t> </a:t>
            </a:r>
          </a:p>
          <a:p>
            <a:r>
              <a:rPr lang="en-US" altLang="ko-KR" sz="3200" b="1" dirty="0" smtClean="0">
                <a:solidFill>
                  <a:schemeClr val="tx1"/>
                </a:solidFill>
              </a:rPr>
              <a:t>Id</a:t>
            </a:r>
            <a:r>
              <a:rPr lang="ko-KR" altLang="en-US" sz="3200" b="1" smtClean="0">
                <a:solidFill>
                  <a:schemeClr val="tx1"/>
                </a:solidFill>
              </a:rPr>
              <a:t> </a:t>
            </a:r>
            <a:r>
              <a:rPr lang="en-US" altLang="ko-KR" sz="3200" b="1" dirty="0" smtClean="0">
                <a:solidFill>
                  <a:schemeClr val="tx1"/>
                </a:solidFill>
              </a:rPr>
              <a:t>: LGE123456</a:t>
            </a:r>
          </a:p>
          <a:p>
            <a:r>
              <a:rPr lang="en-US" altLang="ko-KR" sz="3200" b="1" dirty="0" smtClean="0">
                <a:solidFill>
                  <a:schemeClr val="tx1"/>
                </a:solidFill>
              </a:rPr>
              <a:t>Pw : lge123456!</a:t>
            </a:r>
          </a:p>
          <a:p>
            <a:r>
              <a:rPr lang="en-US" altLang="ko-KR" sz="3200" b="1" dirty="0" smtClean="0">
                <a:solidFill>
                  <a:schemeClr val="tx1"/>
                </a:solidFill>
              </a:rPr>
              <a:t>IP : 192.168.0.188</a:t>
            </a:r>
          </a:p>
          <a:p>
            <a:endParaRPr lang="en-US" altLang="ko-KR" sz="3200" b="1" dirty="0">
              <a:solidFill>
                <a:schemeClr val="tx1"/>
              </a:solidFill>
            </a:endParaRPr>
          </a:p>
          <a:p>
            <a:endParaRPr lang="ko-KR" altLang="en-US" sz="3200" b="1" dirty="0">
              <a:solidFill>
                <a:schemeClr val="tx1"/>
              </a:solidFill>
            </a:endParaRPr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0339146"/>
              </p:ext>
            </p:extLst>
          </p:nvPr>
        </p:nvGraphicFramePr>
        <p:xfrm>
          <a:off x="6060373" y="2577967"/>
          <a:ext cx="8778081" cy="25296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27"/>
                <a:gridCol w="2926027"/>
                <a:gridCol w="2926027"/>
              </a:tblGrid>
              <a:tr h="505922"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 smtClean="0"/>
                        <a:t>IP</a:t>
                      </a:r>
                      <a:endParaRPr lang="ko-KR" altLang="en-US" sz="24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 smtClean="0"/>
                        <a:t>MAC</a:t>
                      </a:r>
                      <a:endParaRPr lang="ko-KR" altLang="en-US" sz="2400" b="1"/>
                    </a:p>
                  </a:txBody>
                  <a:tcPr anchor="ctr"/>
                </a:tc>
              </a:tr>
              <a:tr h="50592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 b="1" dirty="0" smtClean="0"/>
                        <a:t>경환</a:t>
                      </a:r>
                      <a:r>
                        <a:rPr lang="en-US" altLang="ko-KR" sz="2400" b="1" dirty="0" smtClean="0"/>
                        <a:t> PC</a:t>
                      </a:r>
                      <a:endParaRPr lang="ko-KR" altLang="en-US" sz="24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400" b="1" dirty="0" smtClean="0">
                          <a:solidFill>
                            <a:schemeClr val="tx1"/>
                          </a:solidFill>
                        </a:rPr>
                        <a:t>192.168.10.2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 dirty="0"/>
                    </a:p>
                  </a:txBody>
                  <a:tcPr anchor="ctr"/>
                </a:tc>
              </a:tr>
              <a:tr h="50592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 b="1" dirty="0" smtClean="0"/>
                        <a:t>보드 </a:t>
                      </a:r>
                      <a:r>
                        <a:rPr lang="en-US" altLang="ko-KR" sz="2400" b="1" dirty="0" smtClean="0"/>
                        <a:t>1</a:t>
                      </a:r>
                      <a:endParaRPr lang="ko-KR" altLang="en-US" sz="24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400" b="1" dirty="0" smtClean="0">
                          <a:solidFill>
                            <a:schemeClr val="tx1"/>
                          </a:solidFill>
                        </a:rPr>
                        <a:t>192.168.10.3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 smtClean="0"/>
                        <a:t>B8:27:EB:9D:E5:C8</a:t>
                      </a:r>
                      <a:endParaRPr lang="ko-KR" altLang="en-US" sz="2400" b="1"/>
                    </a:p>
                  </a:txBody>
                  <a:tcPr anchor="ctr"/>
                </a:tc>
              </a:tr>
              <a:tr h="50592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 b="1" smtClean="0"/>
                        <a:t>보드 </a:t>
                      </a:r>
                      <a:r>
                        <a:rPr lang="en-US" altLang="ko-KR" sz="2400" b="1" dirty="0" smtClean="0"/>
                        <a:t>2</a:t>
                      </a:r>
                      <a:endParaRPr lang="ko-KR" altLang="en-US" sz="24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400" b="1" dirty="0" smtClean="0">
                          <a:solidFill>
                            <a:schemeClr val="tx1"/>
                          </a:solidFill>
                        </a:rPr>
                        <a:t>192.168.10.4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 smtClean="0"/>
                        <a:t>B8:27:EB:9D:E5:C9</a:t>
                      </a:r>
                      <a:endParaRPr lang="ko-KR" altLang="en-US" sz="2400" b="1"/>
                    </a:p>
                  </a:txBody>
                  <a:tcPr anchor="ctr"/>
                </a:tc>
              </a:tr>
              <a:tr h="50592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 b="1" dirty="0" smtClean="0"/>
                        <a:t>보드 </a:t>
                      </a:r>
                      <a:r>
                        <a:rPr lang="en-US" altLang="ko-KR" sz="2400" b="1" dirty="0" smtClean="0"/>
                        <a:t>3</a:t>
                      </a:r>
                      <a:endParaRPr lang="ko-KR" altLang="en-US" sz="24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400" b="1" dirty="0" smtClean="0">
                          <a:solidFill>
                            <a:schemeClr val="tx1"/>
                          </a:solidFill>
                        </a:rPr>
                        <a:t>192.168.10.5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 smtClean="0"/>
                        <a:t>B8:27:EB:9D:E5:CA</a:t>
                      </a:r>
                      <a:endParaRPr lang="ko-KR" altLang="en-US" sz="2400" b="1"/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4" name="직사각형 3"/>
          <p:cNvSpPr/>
          <p:nvPr/>
        </p:nvSpPr>
        <p:spPr>
          <a:xfrm>
            <a:off x="7622443" y="5416103"/>
            <a:ext cx="426911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/>
              <a:t>root@WT2837:~# telnetd -F -l /bin/sh -p 23</a:t>
            </a:r>
          </a:p>
        </p:txBody>
      </p:sp>
    </p:spTree>
    <p:extLst>
      <p:ext uri="{BB962C8B-B14F-4D97-AF65-F5344CB8AC3E}">
        <p14:creationId xmlns:p14="http://schemas.microsoft.com/office/powerpoint/2010/main" val="17525687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4862" y="238662"/>
            <a:ext cx="141906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400" b="1" dirty="0" smtClean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0. </a:t>
            </a:r>
            <a:r>
              <a:rPr lang="ko-KR" altLang="en-US" sz="5400" b="1" smtClean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기획</a:t>
            </a:r>
            <a:r>
              <a:rPr lang="en-US" altLang="ko-KR" sz="5400" b="1" dirty="0" smtClean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(260416)</a:t>
            </a:r>
            <a:endParaRPr lang="ko-KR" altLang="en-US" sz="5400" b="1" dirty="0">
              <a:solidFill>
                <a:schemeClr val="bg1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701540" y="1561514"/>
            <a:ext cx="16410803" cy="820950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ko-KR" altLang="en-US" sz="2400" b="1" dirty="0" smtClean="0">
                <a:solidFill>
                  <a:schemeClr val="tx1"/>
                </a:solidFill>
              </a:rPr>
              <a:t>초안 만들기 </a:t>
            </a:r>
            <a:r>
              <a:rPr lang="en-US" altLang="ko-KR" sz="2400" b="1" dirty="0" smtClean="0">
                <a:solidFill>
                  <a:schemeClr val="tx1"/>
                </a:solidFill>
              </a:rPr>
              <a:t>– </a:t>
            </a:r>
            <a:r>
              <a:rPr lang="ko-KR" altLang="en-US" sz="2400" b="1" smtClean="0">
                <a:solidFill>
                  <a:schemeClr val="tx1"/>
                </a:solidFill>
              </a:rPr>
              <a:t>소리 </a:t>
            </a:r>
            <a:r>
              <a:rPr lang="en-US" altLang="ko-KR" sz="2400" b="1" dirty="0" smtClean="0">
                <a:solidFill>
                  <a:schemeClr val="tx1"/>
                </a:solidFill>
              </a:rPr>
              <a:t>, </a:t>
            </a:r>
            <a:r>
              <a:rPr lang="ko-KR" altLang="en-US" sz="2400" b="1" smtClean="0">
                <a:solidFill>
                  <a:schemeClr val="tx1"/>
                </a:solidFill>
              </a:rPr>
              <a:t>이미지 굳이 필요 없음</a:t>
            </a:r>
            <a:r>
              <a:rPr lang="en-US" altLang="ko-KR" sz="2400" b="1" dirty="0" smtClean="0">
                <a:solidFill>
                  <a:schemeClr val="tx1"/>
                </a:solidFill>
              </a:rPr>
              <a:t>. </a:t>
            </a:r>
            <a:r>
              <a:rPr lang="ko-KR" altLang="en-US" sz="2400" b="1" smtClean="0">
                <a:solidFill>
                  <a:schemeClr val="tx1"/>
                </a:solidFill>
              </a:rPr>
              <a:t>오로지 기능 위주 구현</a:t>
            </a:r>
            <a:endParaRPr lang="en-US" altLang="ko-KR" sz="2400" b="1" dirty="0" smtClean="0">
              <a:solidFill>
                <a:schemeClr val="tx1"/>
              </a:solidFill>
            </a:endParaRPr>
          </a:p>
          <a:p>
            <a:pPr marL="457200" indent="-457200">
              <a:lnSpc>
                <a:spcPct val="150000"/>
              </a:lnSpc>
              <a:buFontTx/>
              <a:buChar char="-"/>
            </a:pPr>
            <a:r>
              <a:rPr lang="en-US" altLang="ko-KR" sz="2400" b="1" dirty="0" smtClean="0">
                <a:solidFill>
                  <a:schemeClr val="tx1"/>
                </a:solidFill>
              </a:rPr>
              <a:t>UDP </a:t>
            </a:r>
            <a:r>
              <a:rPr lang="ko-KR" altLang="en-US" sz="2400" b="1" smtClean="0">
                <a:solidFill>
                  <a:schemeClr val="tx1"/>
                </a:solidFill>
              </a:rPr>
              <a:t>통신</a:t>
            </a:r>
            <a:r>
              <a:rPr lang="en-US" altLang="ko-KR" sz="2400" b="1" dirty="0" smtClean="0">
                <a:solidFill>
                  <a:schemeClr val="tx1"/>
                </a:solidFill>
              </a:rPr>
              <a:t>(</a:t>
            </a:r>
            <a:r>
              <a:rPr lang="ko-KR" altLang="en-US" sz="2400" b="1" smtClean="0">
                <a:solidFill>
                  <a:schemeClr val="tx1"/>
                </a:solidFill>
              </a:rPr>
              <a:t>완</a:t>
            </a:r>
            <a:r>
              <a:rPr lang="en-US" altLang="ko-KR" sz="2400" b="1" dirty="0" smtClean="0">
                <a:solidFill>
                  <a:schemeClr val="tx1"/>
                </a:solidFill>
              </a:rPr>
              <a:t>)</a:t>
            </a:r>
          </a:p>
          <a:p>
            <a:pPr marL="457200" indent="-457200">
              <a:lnSpc>
                <a:spcPct val="150000"/>
              </a:lnSpc>
              <a:buFontTx/>
              <a:buChar char="-"/>
            </a:pPr>
            <a:r>
              <a:rPr lang="ko-KR" altLang="en-US" sz="2400" b="1" dirty="0" smtClean="0">
                <a:solidFill>
                  <a:schemeClr val="tx1"/>
                </a:solidFill>
              </a:rPr>
              <a:t>그림 그렸을 때 동기화</a:t>
            </a:r>
            <a:r>
              <a:rPr lang="en-US" altLang="ko-KR" sz="2400" b="1" dirty="0" smtClean="0">
                <a:solidFill>
                  <a:schemeClr val="tx1"/>
                </a:solidFill>
              </a:rPr>
              <a:t>(</a:t>
            </a:r>
            <a:r>
              <a:rPr lang="ko-KR" altLang="en-US" sz="2400" b="1" smtClean="0">
                <a:solidFill>
                  <a:schemeClr val="tx1"/>
                </a:solidFill>
              </a:rPr>
              <a:t>완</a:t>
            </a:r>
            <a:r>
              <a:rPr lang="en-US" altLang="ko-KR" sz="2400" b="1" dirty="0" smtClean="0">
                <a:solidFill>
                  <a:schemeClr val="tx1"/>
                </a:solidFill>
              </a:rPr>
              <a:t>)</a:t>
            </a:r>
          </a:p>
          <a:p>
            <a:pPr marL="457200" indent="-457200">
              <a:lnSpc>
                <a:spcPct val="150000"/>
              </a:lnSpc>
              <a:buFontTx/>
              <a:buChar char="-"/>
            </a:pPr>
            <a:r>
              <a:rPr lang="ko-KR" altLang="en-US" sz="2400" b="1" dirty="0" smtClean="0">
                <a:solidFill>
                  <a:schemeClr val="tx1"/>
                </a:solidFill>
              </a:rPr>
              <a:t>발표 자료 초안 만들기</a:t>
            </a:r>
            <a:r>
              <a:rPr lang="en-US" altLang="ko-KR" sz="2400" b="1" dirty="0" smtClean="0">
                <a:solidFill>
                  <a:schemeClr val="tx1"/>
                </a:solidFill>
              </a:rPr>
              <a:t>(</a:t>
            </a:r>
            <a:r>
              <a:rPr lang="ko-KR" altLang="en-US" sz="2400" b="1" smtClean="0">
                <a:solidFill>
                  <a:schemeClr val="tx1"/>
                </a:solidFill>
              </a:rPr>
              <a:t>완</a:t>
            </a:r>
            <a:r>
              <a:rPr lang="en-US" altLang="ko-KR" sz="2400" b="1" dirty="0" smtClean="0">
                <a:solidFill>
                  <a:schemeClr val="tx1"/>
                </a:solidFill>
              </a:rPr>
              <a:t>)</a:t>
            </a:r>
          </a:p>
          <a:p>
            <a:pPr marL="457200" indent="-457200">
              <a:lnSpc>
                <a:spcPct val="150000"/>
              </a:lnSpc>
              <a:buFontTx/>
              <a:buChar char="-"/>
            </a:pPr>
            <a:r>
              <a:rPr lang="en-US" altLang="ko-KR" sz="2400" b="1" dirty="0">
                <a:solidFill>
                  <a:schemeClr val="tx1"/>
                </a:solidFill>
              </a:rPr>
              <a:t>Linux 6.12.81 </a:t>
            </a:r>
            <a:r>
              <a:rPr lang="ko-KR" altLang="en-US" sz="2400" b="1">
                <a:solidFill>
                  <a:schemeClr val="tx1"/>
                </a:solidFill>
              </a:rPr>
              <a:t>이미지 </a:t>
            </a:r>
            <a:r>
              <a:rPr lang="ko-KR" altLang="en-US" sz="2400" b="1" smtClean="0">
                <a:solidFill>
                  <a:schemeClr val="tx1"/>
                </a:solidFill>
              </a:rPr>
              <a:t>배포</a:t>
            </a:r>
            <a:r>
              <a:rPr lang="en-US" altLang="ko-KR" sz="2400" b="1" dirty="0" smtClean="0">
                <a:solidFill>
                  <a:schemeClr val="tx1"/>
                </a:solidFill>
              </a:rPr>
              <a:t>(</a:t>
            </a:r>
            <a:r>
              <a:rPr lang="ko-KR" altLang="en-US" sz="2400" b="1" smtClean="0">
                <a:solidFill>
                  <a:schemeClr val="tx1"/>
                </a:solidFill>
              </a:rPr>
              <a:t>완</a:t>
            </a:r>
            <a:r>
              <a:rPr lang="en-US" altLang="ko-KR" sz="2400" b="1" dirty="0" smtClean="0">
                <a:solidFill>
                  <a:schemeClr val="tx1"/>
                </a:solidFill>
              </a:rPr>
              <a:t>)</a:t>
            </a:r>
          </a:p>
          <a:p>
            <a:pPr marL="457200" indent="-457200">
              <a:lnSpc>
                <a:spcPct val="150000"/>
              </a:lnSpc>
              <a:buFontTx/>
              <a:buChar char="-"/>
            </a:pPr>
            <a:r>
              <a:rPr lang="ko-KR" altLang="en-US" sz="2400" b="1" dirty="0">
                <a:solidFill>
                  <a:schemeClr val="tx1"/>
                </a:solidFill>
              </a:rPr>
              <a:t>참가자</a:t>
            </a:r>
            <a:r>
              <a:rPr lang="en-US" altLang="ko-KR" sz="2400" b="1" dirty="0">
                <a:solidFill>
                  <a:schemeClr val="tx1"/>
                </a:solidFill>
              </a:rPr>
              <a:t>, </a:t>
            </a:r>
            <a:r>
              <a:rPr lang="ko-KR" altLang="en-US" sz="2400" b="1">
                <a:solidFill>
                  <a:schemeClr val="tx1"/>
                </a:solidFill>
              </a:rPr>
              <a:t>출제자 </a:t>
            </a:r>
            <a:r>
              <a:rPr lang="ko-KR" altLang="en-US" sz="2400" b="1" smtClean="0">
                <a:solidFill>
                  <a:schemeClr val="tx1"/>
                </a:solidFill>
              </a:rPr>
              <a:t>전환 기능</a:t>
            </a:r>
            <a:r>
              <a:rPr lang="en-US" altLang="ko-KR" sz="2400" b="1" dirty="0" smtClean="0">
                <a:solidFill>
                  <a:schemeClr val="tx1"/>
                </a:solidFill>
              </a:rPr>
              <a:t>(</a:t>
            </a:r>
            <a:r>
              <a:rPr lang="ko-KR" altLang="en-US" sz="2400" b="1" smtClean="0">
                <a:solidFill>
                  <a:schemeClr val="tx1"/>
                </a:solidFill>
              </a:rPr>
              <a:t>완</a:t>
            </a:r>
            <a:r>
              <a:rPr lang="en-US" altLang="ko-KR" sz="2400" b="1" dirty="0" smtClean="0">
                <a:solidFill>
                  <a:schemeClr val="tx1"/>
                </a:solidFill>
              </a:rPr>
              <a:t>)</a:t>
            </a:r>
          </a:p>
          <a:p>
            <a:pPr marL="457200" indent="-457200">
              <a:lnSpc>
                <a:spcPct val="150000"/>
              </a:lnSpc>
              <a:buFontTx/>
              <a:buChar char="-"/>
            </a:pPr>
            <a:r>
              <a:rPr lang="ko-KR" altLang="en-US" sz="2400" b="1" dirty="0">
                <a:solidFill>
                  <a:schemeClr val="tx1"/>
                </a:solidFill>
              </a:rPr>
              <a:t>가끔 선택화면에서 선택 </a:t>
            </a:r>
            <a:r>
              <a:rPr lang="ko-KR" altLang="en-US" sz="2400" b="1" dirty="0" err="1">
                <a:solidFill>
                  <a:schemeClr val="tx1"/>
                </a:solidFill>
              </a:rPr>
              <a:t>안했는데</a:t>
            </a:r>
            <a:r>
              <a:rPr lang="ko-KR" altLang="en-US" sz="2400" b="1" dirty="0">
                <a:solidFill>
                  <a:schemeClr val="tx1"/>
                </a:solidFill>
              </a:rPr>
              <a:t> 넘어감 </a:t>
            </a:r>
            <a:r>
              <a:rPr lang="en-US" altLang="ko-KR" sz="2400" b="1" dirty="0">
                <a:solidFill>
                  <a:schemeClr val="tx1"/>
                </a:solidFill>
              </a:rPr>
              <a:t>– </a:t>
            </a:r>
            <a:r>
              <a:rPr lang="ko-KR" altLang="en-US" sz="2400" b="1">
                <a:solidFill>
                  <a:schemeClr val="tx1"/>
                </a:solidFill>
              </a:rPr>
              <a:t>터치 버퍼가 남아있음</a:t>
            </a:r>
            <a:r>
              <a:rPr lang="en-US" altLang="ko-KR" sz="2400" b="1" dirty="0">
                <a:solidFill>
                  <a:schemeClr val="tx1"/>
                </a:solidFill>
              </a:rPr>
              <a:t>. </a:t>
            </a:r>
            <a:r>
              <a:rPr lang="ko-KR" altLang="en-US" sz="2400" b="1">
                <a:solidFill>
                  <a:schemeClr val="tx1"/>
                </a:solidFill>
              </a:rPr>
              <a:t>확인창</a:t>
            </a:r>
            <a:r>
              <a:rPr lang="en-US" altLang="ko-KR" sz="2400" b="1" dirty="0">
                <a:solidFill>
                  <a:schemeClr val="tx1"/>
                </a:solidFill>
              </a:rPr>
              <a:t> </a:t>
            </a:r>
            <a:r>
              <a:rPr lang="ko-KR" altLang="en-US" sz="2400" b="1" smtClean="0">
                <a:solidFill>
                  <a:schemeClr val="tx1"/>
                </a:solidFill>
              </a:rPr>
              <a:t>생성하자</a:t>
            </a:r>
            <a:r>
              <a:rPr lang="en-US" altLang="ko-KR" sz="2400" b="1" dirty="0" smtClean="0">
                <a:solidFill>
                  <a:schemeClr val="tx1"/>
                </a:solidFill>
              </a:rPr>
              <a:t>(</a:t>
            </a:r>
            <a:r>
              <a:rPr lang="ko-KR" altLang="en-US" sz="2400" b="1" smtClean="0">
                <a:solidFill>
                  <a:schemeClr val="tx1"/>
                </a:solidFill>
              </a:rPr>
              <a:t>완</a:t>
            </a:r>
            <a:r>
              <a:rPr lang="en-US" altLang="ko-KR" sz="2400" b="1" dirty="0" smtClean="0">
                <a:solidFill>
                  <a:schemeClr val="tx1"/>
                </a:solidFill>
              </a:rPr>
              <a:t>)</a:t>
            </a:r>
            <a:endParaRPr lang="en-US" altLang="ko-KR" sz="2400" b="1" dirty="0">
              <a:solidFill>
                <a:schemeClr val="tx1"/>
              </a:solidFill>
            </a:endParaRPr>
          </a:p>
          <a:p>
            <a:pPr marL="457200" indent="-457200">
              <a:lnSpc>
                <a:spcPct val="150000"/>
              </a:lnSpc>
              <a:buFontTx/>
              <a:buChar char="-"/>
            </a:pPr>
            <a:endParaRPr lang="en-US" altLang="ko-KR" sz="2400" b="1" dirty="0" smtClean="0">
              <a:solidFill>
                <a:schemeClr val="tx1"/>
              </a:solidFill>
            </a:endParaRPr>
          </a:p>
          <a:p>
            <a:pPr marL="457200" indent="-457200">
              <a:lnSpc>
                <a:spcPct val="150000"/>
              </a:lnSpc>
              <a:buFontTx/>
              <a:buChar char="-"/>
            </a:pPr>
            <a:r>
              <a:rPr lang="ko-KR" altLang="en-US" sz="2400" b="1" dirty="0" smtClean="0">
                <a:solidFill>
                  <a:schemeClr val="tx1"/>
                </a:solidFill>
              </a:rPr>
              <a:t>참가자가 자기의 화면을 알 수 있도록 표시</a:t>
            </a:r>
            <a:r>
              <a:rPr lang="en-US" altLang="ko-KR" sz="2400" b="1" dirty="0">
                <a:solidFill>
                  <a:schemeClr val="tx1"/>
                </a:solidFill>
              </a:rPr>
              <a:t>?</a:t>
            </a:r>
            <a:endParaRPr lang="en-US" altLang="ko-KR" sz="2400" b="1" dirty="0" smtClean="0">
              <a:solidFill>
                <a:schemeClr val="tx1"/>
              </a:solidFill>
            </a:endParaRPr>
          </a:p>
          <a:p>
            <a:pPr marL="457200" indent="-457200">
              <a:lnSpc>
                <a:spcPct val="150000"/>
              </a:lnSpc>
              <a:buFontTx/>
              <a:buChar char="-"/>
            </a:pPr>
            <a:r>
              <a:rPr lang="ko-KR" altLang="en-US" sz="2400" b="1" dirty="0" smtClean="0">
                <a:solidFill>
                  <a:schemeClr val="tx1"/>
                </a:solidFill>
              </a:rPr>
              <a:t>지우개 기능</a:t>
            </a:r>
            <a:endParaRPr lang="en-US" altLang="ko-KR" sz="2400" b="1" dirty="0">
              <a:solidFill>
                <a:schemeClr val="tx1"/>
              </a:solidFill>
            </a:endParaRPr>
          </a:p>
          <a:p>
            <a:pPr marL="457200" indent="-457200">
              <a:lnSpc>
                <a:spcPct val="150000"/>
              </a:lnSpc>
              <a:buFontTx/>
              <a:buChar char="-"/>
            </a:pPr>
            <a:r>
              <a:rPr lang="en-US" altLang="ko-KR" sz="2400" b="1" dirty="0" smtClean="0">
                <a:solidFill>
                  <a:schemeClr val="tx1"/>
                </a:solidFill>
              </a:rPr>
              <a:t>telnet </a:t>
            </a:r>
            <a:r>
              <a:rPr lang="ko-KR" altLang="en-US" sz="2400" b="1" smtClean="0">
                <a:solidFill>
                  <a:schemeClr val="tx1"/>
                </a:solidFill>
              </a:rPr>
              <a:t>끊기는 경우</a:t>
            </a:r>
            <a:r>
              <a:rPr lang="en-US" altLang="ko-KR" sz="2400" b="1" dirty="0" smtClean="0">
                <a:solidFill>
                  <a:schemeClr val="tx1"/>
                </a:solidFill>
              </a:rPr>
              <a:t>.. -&gt; </a:t>
            </a:r>
            <a:r>
              <a:rPr lang="ko-KR" altLang="en-US" sz="2400" b="1" smtClean="0">
                <a:solidFill>
                  <a:schemeClr val="tx1"/>
                </a:solidFill>
              </a:rPr>
              <a:t>잘 안생기는 경우 </a:t>
            </a:r>
            <a:r>
              <a:rPr lang="en-US" altLang="ko-KR" sz="2400" b="1" dirty="0" smtClean="0">
                <a:solidFill>
                  <a:schemeClr val="tx1"/>
                </a:solidFill>
              </a:rPr>
              <a:t>-&gt; </a:t>
            </a:r>
            <a:r>
              <a:rPr lang="ko-KR" altLang="en-US" sz="2400" b="1" smtClean="0">
                <a:solidFill>
                  <a:schemeClr val="tx1"/>
                </a:solidFill>
              </a:rPr>
              <a:t>재발생 시 강사님께 말씀드리자</a:t>
            </a:r>
            <a:endParaRPr lang="en-US" altLang="ko-KR" sz="2400" b="1" dirty="0" smtClean="0">
              <a:solidFill>
                <a:schemeClr val="tx1"/>
              </a:solidFill>
            </a:endParaRPr>
          </a:p>
          <a:p>
            <a:pPr marL="457200" indent="-457200">
              <a:lnSpc>
                <a:spcPct val="150000"/>
              </a:lnSpc>
              <a:buFontTx/>
              <a:buChar char="-"/>
            </a:pPr>
            <a:r>
              <a:rPr lang="ko-KR" altLang="en-US" sz="2400" b="1" dirty="0" smtClean="0">
                <a:solidFill>
                  <a:schemeClr val="tx1"/>
                </a:solidFill>
              </a:rPr>
              <a:t>일정 시간 못 맞추면 힌트로 카테고리 출력</a:t>
            </a:r>
            <a:endParaRPr lang="en-US" altLang="ko-KR" sz="2400" b="1" dirty="0">
              <a:solidFill>
                <a:schemeClr val="tx1"/>
              </a:solidFill>
            </a:endParaRPr>
          </a:p>
          <a:p>
            <a:pPr marL="457200" indent="-457200">
              <a:buFontTx/>
              <a:buChar char="-"/>
            </a:pPr>
            <a:endParaRPr lang="en-US" altLang="ko-KR" sz="3200" b="1" dirty="0" smtClean="0">
              <a:solidFill>
                <a:schemeClr val="tx1"/>
              </a:solidFill>
            </a:endParaRPr>
          </a:p>
          <a:p>
            <a:pPr marL="457200" indent="-457200">
              <a:buFontTx/>
              <a:buChar char="-"/>
            </a:pPr>
            <a:endParaRPr lang="en-US" altLang="ko-KR" sz="3200" b="1" dirty="0" smtClean="0">
              <a:solidFill>
                <a:schemeClr val="tx1"/>
              </a:solidFill>
            </a:endParaRPr>
          </a:p>
          <a:p>
            <a:endParaRPr lang="en-US" altLang="ko-KR" sz="3200" b="1" dirty="0" smtClean="0">
              <a:solidFill>
                <a:schemeClr val="tx1"/>
              </a:solidFill>
            </a:endParaRPr>
          </a:p>
          <a:p>
            <a:endParaRPr lang="en-US" altLang="ko-KR" sz="3200" b="1" dirty="0" smtClean="0">
              <a:solidFill>
                <a:schemeClr val="tx1"/>
              </a:solidFill>
            </a:endParaRPr>
          </a:p>
          <a:p>
            <a:endParaRPr lang="ko-KR" altLang="en-US" sz="32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06318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/>
          <p:cNvSpPr/>
          <p:nvPr/>
        </p:nvSpPr>
        <p:spPr>
          <a:xfrm>
            <a:off x="8857633" y="1561514"/>
            <a:ext cx="7743960" cy="865364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ko-KR" altLang="en-US" b="1" dirty="0" smtClean="0">
                <a:solidFill>
                  <a:schemeClr val="tx1"/>
                </a:solidFill>
              </a:rPr>
              <a:t>구현</a:t>
            </a:r>
            <a:endParaRPr lang="en-US" altLang="ko-KR" b="1" dirty="0" smtClean="0">
              <a:solidFill>
                <a:schemeClr val="tx1"/>
              </a:solidFill>
            </a:endParaRPr>
          </a:p>
          <a:p>
            <a:pPr marL="800100" lvl="1" indent="-342900">
              <a:lnSpc>
                <a:spcPct val="150000"/>
              </a:lnSpc>
              <a:buFontTx/>
              <a:buChar char="-"/>
            </a:pPr>
            <a:r>
              <a:rPr lang="ko-KR" altLang="en-US" b="1" dirty="0">
                <a:solidFill>
                  <a:schemeClr val="tx1"/>
                </a:solidFill>
              </a:rPr>
              <a:t>참가자 </a:t>
            </a:r>
            <a:r>
              <a:rPr lang="en-US" altLang="ko-KR" b="1" dirty="0">
                <a:solidFill>
                  <a:schemeClr val="tx1"/>
                </a:solidFill>
              </a:rPr>
              <a:t>1</a:t>
            </a:r>
            <a:r>
              <a:rPr lang="ko-KR" altLang="en-US" b="1">
                <a:solidFill>
                  <a:schemeClr val="tx1"/>
                </a:solidFill>
              </a:rPr>
              <a:t>이 제출한 상태에서 참가자 </a:t>
            </a:r>
            <a:r>
              <a:rPr lang="en-US" altLang="ko-KR" b="1" dirty="0">
                <a:solidFill>
                  <a:schemeClr val="tx1"/>
                </a:solidFill>
              </a:rPr>
              <a:t>2</a:t>
            </a:r>
            <a:r>
              <a:rPr lang="ko-KR" altLang="en-US" b="1">
                <a:solidFill>
                  <a:schemeClr val="tx1"/>
                </a:solidFill>
              </a:rPr>
              <a:t>가 제출하고 </a:t>
            </a:r>
            <a:r>
              <a:rPr lang="en-US" altLang="ko-KR" b="1" dirty="0">
                <a:solidFill>
                  <a:schemeClr val="tx1"/>
                </a:solidFill>
              </a:rPr>
              <a:t>NG </a:t>
            </a:r>
            <a:r>
              <a:rPr lang="ko-KR" altLang="en-US" b="1">
                <a:solidFill>
                  <a:schemeClr val="tx1"/>
                </a:solidFill>
              </a:rPr>
              <a:t>터치하면 참가자 </a:t>
            </a:r>
            <a:r>
              <a:rPr lang="en-US" altLang="ko-KR" b="1" dirty="0">
                <a:solidFill>
                  <a:schemeClr val="tx1"/>
                </a:solidFill>
              </a:rPr>
              <a:t>2</a:t>
            </a:r>
            <a:r>
              <a:rPr lang="ko-KR" altLang="en-US" b="1">
                <a:solidFill>
                  <a:schemeClr val="tx1"/>
                </a:solidFill>
              </a:rPr>
              <a:t>가 </a:t>
            </a:r>
            <a:r>
              <a:rPr lang="ko-KR" altLang="en-US" b="1" smtClean="0">
                <a:solidFill>
                  <a:schemeClr val="tx1"/>
                </a:solidFill>
              </a:rPr>
              <a:t>끊김</a:t>
            </a:r>
            <a:r>
              <a:rPr lang="en-US" altLang="ko-KR" b="1" dirty="0">
                <a:solidFill>
                  <a:schemeClr val="tx1"/>
                </a:solidFill>
              </a:rPr>
              <a:t/>
            </a:r>
            <a:br>
              <a:rPr lang="en-US" altLang="ko-KR" b="1" dirty="0">
                <a:solidFill>
                  <a:schemeClr val="tx1"/>
                </a:solidFill>
              </a:rPr>
            </a:br>
            <a:r>
              <a:rPr lang="ko-KR" altLang="en-US" b="1" smtClean="0">
                <a:solidFill>
                  <a:schemeClr val="tx1"/>
                </a:solidFill>
              </a:rPr>
              <a:t>참가자 </a:t>
            </a:r>
            <a:r>
              <a:rPr lang="en-US" altLang="ko-KR" b="1" dirty="0" smtClean="0">
                <a:solidFill>
                  <a:schemeClr val="tx1"/>
                </a:solidFill>
              </a:rPr>
              <a:t>1</a:t>
            </a:r>
            <a:r>
              <a:rPr lang="ko-KR" altLang="en-US" b="1" smtClean="0">
                <a:solidFill>
                  <a:schemeClr val="tx1"/>
                </a:solidFill>
              </a:rPr>
              <a:t>이 제출한 상태에서 참가자 </a:t>
            </a:r>
            <a:r>
              <a:rPr lang="en-US" altLang="ko-KR" b="1" dirty="0" smtClean="0">
                <a:solidFill>
                  <a:schemeClr val="tx1"/>
                </a:solidFill>
              </a:rPr>
              <a:t>2</a:t>
            </a:r>
            <a:r>
              <a:rPr lang="ko-KR" altLang="en-US" b="1" smtClean="0">
                <a:solidFill>
                  <a:schemeClr val="tx1"/>
                </a:solidFill>
              </a:rPr>
              <a:t>가 제출 못하도록 원복하자</a:t>
            </a:r>
            <a:endParaRPr lang="en-US" altLang="ko-KR" b="1" dirty="0" smtClean="0">
              <a:solidFill>
                <a:schemeClr val="tx1"/>
              </a:solidFill>
            </a:endParaRPr>
          </a:p>
          <a:p>
            <a:pPr marL="800100" lvl="1" indent="-342900">
              <a:lnSpc>
                <a:spcPct val="150000"/>
              </a:lnSpc>
              <a:buFontTx/>
              <a:buChar char="-"/>
            </a:pPr>
            <a:r>
              <a:rPr lang="en-US" altLang="ko-KR" b="1" dirty="0" smtClean="0">
                <a:solidFill>
                  <a:schemeClr val="tx1"/>
                </a:solidFill>
              </a:rPr>
              <a:t>6.12.81 </a:t>
            </a:r>
            <a:r>
              <a:rPr lang="ko-KR" altLang="en-US" b="1" smtClean="0">
                <a:solidFill>
                  <a:schemeClr val="tx1"/>
                </a:solidFill>
              </a:rPr>
              <a:t>리눅스 </a:t>
            </a:r>
            <a:r>
              <a:rPr lang="ko-KR" altLang="en-US" b="1" dirty="0" err="1" smtClean="0">
                <a:solidFill>
                  <a:schemeClr val="tx1"/>
                </a:solidFill>
              </a:rPr>
              <a:t>커널</a:t>
            </a:r>
            <a:r>
              <a:rPr lang="ko-KR" altLang="en-US" b="1" dirty="0" smtClean="0">
                <a:solidFill>
                  <a:schemeClr val="tx1"/>
                </a:solidFill>
              </a:rPr>
              <a:t> 이미지 </a:t>
            </a:r>
            <a:r>
              <a:rPr lang="ko-KR" altLang="en-US" b="1" smtClean="0">
                <a:solidFill>
                  <a:schemeClr val="tx1"/>
                </a:solidFill>
              </a:rPr>
              <a:t>보드에 업로드 </a:t>
            </a:r>
            <a:endParaRPr lang="en-US" altLang="ko-KR" b="1" dirty="0" smtClean="0">
              <a:solidFill>
                <a:schemeClr val="tx1"/>
              </a:solidFill>
            </a:endParaRPr>
          </a:p>
          <a:p>
            <a:pPr marL="800100" lvl="1" indent="-342900">
              <a:lnSpc>
                <a:spcPct val="150000"/>
              </a:lnSpc>
              <a:buFontTx/>
              <a:buChar char="-"/>
            </a:pPr>
            <a:r>
              <a:rPr lang="ko-KR" altLang="en-US" b="1" dirty="0" smtClean="0">
                <a:solidFill>
                  <a:schemeClr val="tx1"/>
                </a:solidFill>
              </a:rPr>
              <a:t>참가자</a:t>
            </a:r>
            <a:r>
              <a:rPr lang="en-US" altLang="ko-KR" b="1" dirty="0" smtClean="0">
                <a:solidFill>
                  <a:schemeClr val="tx1"/>
                </a:solidFill>
              </a:rPr>
              <a:t>/</a:t>
            </a:r>
            <a:r>
              <a:rPr lang="ko-KR" altLang="en-US" b="1" smtClean="0">
                <a:solidFill>
                  <a:schemeClr val="tx1"/>
                </a:solidFill>
              </a:rPr>
              <a:t>출제자 화면에 </a:t>
            </a:r>
            <a:r>
              <a:rPr lang="ko-KR" altLang="en-US" b="1" dirty="0" smtClean="0">
                <a:solidFill>
                  <a:schemeClr val="tx1"/>
                </a:solidFill>
              </a:rPr>
              <a:t>지우개 기능</a:t>
            </a:r>
            <a:endParaRPr lang="en-US" altLang="ko-KR" b="1" dirty="0" smtClean="0">
              <a:solidFill>
                <a:schemeClr val="tx1"/>
              </a:solidFill>
            </a:endParaRPr>
          </a:p>
          <a:p>
            <a:pPr marL="800100" lvl="1" indent="-342900">
              <a:lnSpc>
                <a:spcPct val="150000"/>
              </a:lnSpc>
              <a:buFontTx/>
              <a:buChar char="-"/>
            </a:pPr>
            <a:r>
              <a:rPr lang="ko-KR" altLang="en-US" b="1" dirty="0" smtClean="0">
                <a:solidFill>
                  <a:schemeClr val="tx1"/>
                </a:solidFill>
              </a:rPr>
              <a:t>음악 </a:t>
            </a:r>
            <a:r>
              <a:rPr lang="ko-KR" altLang="en-US" b="1" dirty="0" err="1" smtClean="0">
                <a:solidFill>
                  <a:schemeClr val="tx1"/>
                </a:solidFill>
              </a:rPr>
              <a:t>싱크</a:t>
            </a:r>
            <a:r>
              <a:rPr lang="ko-KR" altLang="en-US" b="1" dirty="0" smtClean="0">
                <a:solidFill>
                  <a:schemeClr val="tx1"/>
                </a:solidFill>
              </a:rPr>
              <a:t> 맞추기</a:t>
            </a:r>
            <a:endParaRPr lang="en-US" altLang="ko-KR" b="1" dirty="0" smtClean="0">
              <a:solidFill>
                <a:schemeClr val="tx1"/>
              </a:solidFill>
            </a:endParaRPr>
          </a:p>
          <a:p>
            <a:pPr marL="800100" lvl="1" indent="-342900">
              <a:lnSpc>
                <a:spcPct val="150000"/>
              </a:lnSpc>
              <a:buFontTx/>
              <a:buChar char="-"/>
            </a:pPr>
            <a:r>
              <a:rPr lang="ko-KR" altLang="en-US" b="1" dirty="0" smtClean="0">
                <a:solidFill>
                  <a:schemeClr val="tx1"/>
                </a:solidFill>
              </a:rPr>
              <a:t>일정 </a:t>
            </a:r>
            <a:r>
              <a:rPr lang="ko-KR" altLang="en-US" b="1" dirty="0">
                <a:solidFill>
                  <a:schemeClr val="tx1"/>
                </a:solidFill>
              </a:rPr>
              <a:t>시간 못 맞추면 힌트로 카테고리 </a:t>
            </a:r>
            <a:r>
              <a:rPr lang="ko-KR" altLang="en-US" b="1" dirty="0" smtClean="0">
                <a:solidFill>
                  <a:schemeClr val="tx1"/>
                </a:solidFill>
              </a:rPr>
              <a:t>출력</a:t>
            </a:r>
            <a:endParaRPr lang="en-US" altLang="ko-KR" b="1" dirty="0" smtClean="0">
              <a:solidFill>
                <a:schemeClr val="tx1"/>
              </a:solidFill>
            </a:endParaRPr>
          </a:p>
          <a:p>
            <a:pPr marL="800100" lvl="1" indent="-342900">
              <a:lnSpc>
                <a:spcPct val="150000"/>
              </a:lnSpc>
              <a:buFontTx/>
              <a:buChar char="-"/>
            </a:pPr>
            <a:r>
              <a:rPr lang="en-US" altLang="ko-KR" b="1" dirty="0" smtClean="0">
                <a:solidFill>
                  <a:schemeClr val="tx1"/>
                </a:solidFill>
              </a:rPr>
              <a:t>UI </a:t>
            </a:r>
            <a:r>
              <a:rPr lang="ko-KR" altLang="en-US" b="1" smtClean="0">
                <a:solidFill>
                  <a:schemeClr val="tx1"/>
                </a:solidFill>
              </a:rPr>
              <a:t>화면 추가</a:t>
            </a:r>
            <a:r>
              <a:rPr lang="en-US" altLang="ko-KR" b="1" dirty="0" smtClean="0">
                <a:solidFill>
                  <a:schemeClr val="tx1"/>
                </a:solidFill>
              </a:rPr>
              <a:t>(</a:t>
            </a:r>
            <a:r>
              <a:rPr lang="ko-KR" altLang="en-US" b="1" smtClean="0">
                <a:solidFill>
                  <a:schemeClr val="tx1"/>
                </a:solidFill>
              </a:rPr>
              <a:t>게임 시작 화면</a:t>
            </a:r>
            <a:r>
              <a:rPr lang="en-US" altLang="ko-KR" b="1" dirty="0" smtClean="0">
                <a:solidFill>
                  <a:schemeClr val="tx1"/>
                </a:solidFill>
              </a:rPr>
              <a:t>, </a:t>
            </a:r>
            <a:r>
              <a:rPr lang="ko-KR" altLang="en-US" b="1" smtClean="0">
                <a:solidFill>
                  <a:schemeClr val="tx1"/>
                </a:solidFill>
              </a:rPr>
              <a:t>케릭터 추가</a:t>
            </a:r>
            <a:r>
              <a:rPr lang="en-US" altLang="ko-KR" b="1" dirty="0" smtClean="0">
                <a:solidFill>
                  <a:schemeClr val="tx1"/>
                </a:solidFill>
              </a:rPr>
              <a:t>)</a:t>
            </a:r>
            <a:r>
              <a:rPr lang="ko-KR" altLang="en-US" b="1" smtClean="0">
                <a:solidFill>
                  <a:schemeClr val="tx1"/>
                </a:solidFill>
              </a:rPr>
              <a:t> </a:t>
            </a:r>
            <a:endParaRPr lang="en-US" altLang="ko-KR" b="1" dirty="0" smtClean="0">
              <a:solidFill>
                <a:schemeClr val="tx1"/>
              </a:solidFill>
            </a:endParaRPr>
          </a:p>
          <a:p>
            <a:pPr marL="800100" lvl="1" indent="-342900">
              <a:lnSpc>
                <a:spcPct val="150000"/>
              </a:lnSpc>
              <a:buFontTx/>
              <a:buChar char="-"/>
            </a:pPr>
            <a:r>
              <a:rPr lang="ko-KR" altLang="en-US" b="1" dirty="0" err="1" smtClean="0">
                <a:solidFill>
                  <a:schemeClr val="tx1"/>
                </a:solidFill>
              </a:rPr>
              <a:t>점수제</a:t>
            </a:r>
            <a:r>
              <a:rPr lang="ko-KR" altLang="en-US" b="1" dirty="0" smtClean="0">
                <a:solidFill>
                  <a:schemeClr val="tx1"/>
                </a:solidFill>
              </a:rPr>
              <a:t> 룰 </a:t>
            </a:r>
            <a:r>
              <a:rPr lang="en-US" altLang="ko-KR" b="1" dirty="0" smtClean="0">
                <a:solidFill>
                  <a:schemeClr val="tx1"/>
                </a:solidFill>
              </a:rPr>
              <a:t>(5</a:t>
            </a:r>
            <a:r>
              <a:rPr lang="ko-KR" altLang="en-US" b="1" smtClean="0">
                <a:solidFill>
                  <a:schemeClr val="tx1"/>
                </a:solidFill>
              </a:rPr>
              <a:t>라운드</a:t>
            </a:r>
            <a:r>
              <a:rPr lang="en-US" altLang="ko-KR" b="1" dirty="0" smtClean="0">
                <a:solidFill>
                  <a:schemeClr val="tx1"/>
                </a:solidFill>
              </a:rPr>
              <a:t>, 60</a:t>
            </a:r>
            <a:r>
              <a:rPr lang="ko-KR" altLang="en-US" b="1" smtClean="0">
                <a:solidFill>
                  <a:schemeClr val="tx1"/>
                </a:solidFill>
              </a:rPr>
              <a:t>초 </a:t>
            </a:r>
            <a:r>
              <a:rPr lang="en-US" altLang="ko-KR" b="1" dirty="0" smtClean="0">
                <a:solidFill>
                  <a:schemeClr val="tx1"/>
                </a:solidFill>
              </a:rPr>
              <a:t>-&gt; 0</a:t>
            </a:r>
            <a:r>
              <a:rPr lang="ko-KR" altLang="en-US" b="1" smtClean="0">
                <a:solidFill>
                  <a:schemeClr val="tx1"/>
                </a:solidFill>
              </a:rPr>
              <a:t>초</a:t>
            </a:r>
            <a:r>
              <a:rPr lang="en-US" altLang="ko-KR" b="1" dirty="0" smtClean="0">
                <a:solidFill>
                  <a:schemeClr val="tx1"/>
                </a:solidFill>
              </a:rPr>
              <a:t>)</a:t>
            </a:r>
            <a:endParaRPr lang="en-US" altLang="ko-KR" b="1" dirty="0">
              <a:solidFill>
                <a:schemeClr val="tx1"/>
              </a:solidFill>
            </a:endParaRPr>
          </a:p>
          <a:p>
            <a:pPr marL="1257300" lvl="2" indent="-342900">
              <a:lnSpc>
                <a:spcPct val="150000"/>
              </a:lnSpc>
              <a:buFontTx/>
              <a:buChar char="-"/>
            </a:pPr>
            <a:r>
              <a:rPr lang="ko-KR" altLang="en-US" b="1" dirty="0" smtClean="0">
                <a:solidFill>
                  <a:schemeClr val="tx1"/>
                </a:solidFill>
              </a:rPr>
              <a:t>최초 출제자는 선착순</a:t>
            </a:r>
            <a:endParaRPr lang="en-US" altLang="ko-KR" b="1" dirty="0" smtClean="0">
              <a:solidFill>
                <a:schemeClr val="tx1"/>
              </a:solidFill>
            </a:endParaRPr>
          </a:p>
          <a:p>
            <a:pPr marL="1257300" lvl="2" indent="-342900">
              <a:lnSpc>
                <a:spcPct val="150000"/>
              </a:lnSpc>
              <a:buFontTx/>
              <a:buChar char="-"/>
            </a:pPr>
            <a:r>
              <a:rPr lang="en-US" altLang="ko-KR" b="1" dirty="0" smtClean="0">
                <a:solidFill>
                  <a:schemeClr val="tx1"/>
                </a:solidFill>
              </a:rPr>
              <a:t>60 ~ 30</a:t>
            </a:r>
            <a:r>
              <a:rPr lang="ko-KR" altLang="en-US" b="1" smtClean="0">
                <a:solidFill>
                  <a:schemeClr val="tx1"/>
                </a:solidFill>
              </a:rPr>
              <a:t>초 </a:t>
            </a:r>
            <a:r>
              <a:rPr lang="en-US" altLang="ko-KR" b="1" dirty="0" smtClean="0">
                <a:solidFill>
                  <a:schemeClr val="tx1"/>
                </a:solidFill>
              </a:rPr>
              <a:t>– </a:t>
            </a:r>
            <a:r>
              <a:rPr lang="ko-KR" altLang="en-US" b="1" smtClean="0">
                <a:solidFill>
                  <a:schemeClr val="tx1"/>
                </a:solidFill>
              </a:rPr>
              <a:t>출제자의 문제를 맞추면</a:t>
            </a:r>
            <a:r>
              <a:rPr lang="en-US" altLang="ko-KR" b="1" dirty="0" smtClean="0">
                <a:solidFill>
                  <a:schemeClr val="tx1"/>
                </a:solidFill>
              </a:rPr>
              <a:t>,</a:t>
            </a:r>
            <a:r>
              <a:rPr lang="ko-KR" altLang="en-US" b="1" smtClean="0">
                <a:solidFill>
                  <a:schemeClr val="tx1"/>
                </a:solidFill>
              </a:rPr>
              <a:t> 출제자가 </a:t>
            </a:r>
            <a:r>
              <a:rPr lang="en-US" altLang="ko-KR" b="1" dirty="0" smtClean="0">
                <a:solidFill>
                  <a:schemeClr val="tx1"/>
                </a:solidFill>
              </a:rPr>
              <a:t>2</a:t>
            </a:r>
            <a:r>
              <a:rPr lang="ko-KR" altLang="en-US" b="1" smtClean="0">
                <a:solidFill>
                  <a:schemeClr val="tx1"/>
                </a:solidFill>
              </a:rPr>
              <a:t>점 획득</a:t>
            </a:r>
            <a:r>
              <a:rPr lang="en-US" altLang="ko-KR" b="1" dirty="0" smtClean="0">
                <a:solidFill>
                  <a:schemeClr val="tx1"/>
                </a:solidFill>
              </a:rPr>
              <a:t>, </a:t>
            </a:r>
            <a:r>
              <a:rPr lang="ko-KR" altLang="en-US" b="1" smtClean="0">
                <a:solidFill>
                  <a:schemeClr val="tx1"/>
                </a:solidFill>
              </a:rPr>
              <a:t>참가자는 </a:t>
            </a:r>
            <a:r>
              <a:rPr lang="en-US" altLang="ko-KR" b="1" dirty="0" smtClean="0">
                <a:solidFill>
                  <a:schemeClr val="tx1"/>
                </a:solidFill>
              </a:rPr>
              <a:t>3</a:t>
            </a:r>
            <a:r>
              <a:rPr lang="ko-KR" altLang="en-US" b="1" smtClean="0">
                <a:solidFill>
                  <a:schemeClr val="tx1"/>
                </a:solidFill>
              </a:rPr>
              <a:t>점 획득</a:t>
            </a:r>
            <a:endParaRPr lang="en-US" altLang="ko-KR" b="1" dirty="0" smtClean="0">
              <a:solidFill>
                <a:schemeClr val="tx1"/>
              </a:solidFill>
            </a:endParaRPr>
          </a:p>
          <a:p>
            <a:pPr marL="1257300" lvl="2" indent="-342900">
              <a:lnSpc>
                <a:spcPct val="150000"/>
              </a:lnSpc>
              <a:buFontTx/>
              <a:buChar char="-"/>
            </a:pPr>
            <a:r>
              <a:rPr lang="en-US" altLang="ko-KR" b="1" dirty="0" smtClean="0">
                <a:solidFill>
                  <a:schemeClr val="tx1"/>
                </a:solidFill>
              </a:rPr>
              <a:t>30</a:t>
            </a:r>
            <a:r>
              <a:rPr lang="ko-KR" altLang="en-US" b="1">
                <a:solidFill>
                  <a:schemeClr val="tx1"/>
                </a:solidFill>
              </a:rPr>
              <a:t> </a:t>
            </a:r>
            <a:r>
              <a:rPr lang="en-US" altLang="ko-KR" b="1" dirty="0" smtClean="0">
                <a:solidFill>
                  <a:schemeClr val="tx1"/>
                </a:solidFill>
              </a:rPr>
              <a:t>~ 0</a:t>
            </a:r>
            <a:r>
              <a:rPr lang="ko-KR" altLang="en-US" b="1" smtClean="0">
                <a:solidFill>
                  <a:schemeClr val="tx1"/>
                </a:solidFill>
              </a:rPr>
              <a:t>초 </a:t>
            </a:r>
            <a:r>
              <a:rPr lang="en-US" altLang="ko-KR" b="1" dirty="0" smtClean="0">
                <a:solidFill>
                  <a:schemeClr val="tx1"/>
                </a:solidFill>
              </a:rPr>
              <a:t>– </a:t>
            </a:r>
            <a:r>
              <a:rPr lang="ko-KR" altLang="en-US" b="1" smtClean="0">
                <a:solidFill>
                  <a:schemeClr val="tx1"/>
                </a:solidFill>
              </a:rPr>
              <a:t>힌트 출력</a:t>
            </a:r>
            <a:r>
              <a:rPr lang="en-US" altLang="ko-KR" b="1" dirty="0" smtClean="0">
                <a:solidFill>
                  <a:schemeClr val="tx1"/>
                </a:solidFill>
              </a:rPr>
              <a:t>(</a:t>
            </a:r>
            <a:r>
              <a:rPr lang="ko-KR" altLang="en-US" b="1" smtClean="0">
                <a:solidFill>
                  <a:schemeClr val="tx1"/>
                </a:solidFill>
              </a:rPr>
              <a:t>카테고리</a:t>
            </a:r>
            <a:r>
              <a:rPr lang="en-US" altLang="ko-KR" b="1" dirty="0" smtClean="0">
                <a:solidFill>
                  <a:schemeClr val="tx1"/>
                </a:solidFill>
              </a:rPr>
              <a:t>). </a:t>
            </a:r>
            <a:r>
              <a:rPr lang="ko-KR" altLang="en-US" b="1" smtClean="0">
                <a:solidFill>
                  <a:schemeClr val="tx1"/>
                </a:solidFill>
              </a:rPr>
              <a:t>출제자의 </a:t>
            </a:r>
            <a:r>
              <a:rPr lang="ko-KR" altLang="en-US" b="1">
                <a:solidFill>
                  <a:schemeClr val="tx1"/>
                </a:solidFill>
              </a:rPr>
              <a:t>문제를 맞추면</a:t>
            </a:r>
            <a:r>
              <a:rPr lang="en-US" altLang="ko-KR" b="1" dirty="0">
                <a:solidFill>
                  <a:schemeClr val="tx1"/>
                </a:solidFill>
              </a:rPr>
              <a:t>,</a:t>
            </a:r>
            <a:r>
              <a:rPr lang="ko-KR" altLang="en-US" b="1">
                <a:solidFill>
                  <a:schemeClr val="tx1"/>
                </a:solidFill>
              </a:rPr>
              <a:t> 출제자가 </a:t>
            </a:r>
            <a:r>
              <a:rPr lang="en-US" altLang="ko-KR" b="1" dirty="0" smtClean="0">
                <a:solidFill>
                  <a:schemeClr val="tx1"/>
                </a:solidFill>
              </a:rPr>
              <a:t>1</a:t>
            </a:r>
            <a:r>
              <a:rPr lang="ko-KR" altLang="en-US" b="1" smtClean="0">
                <a:solidFill>
                  <a:schemeClr val="tx1"/>
                </a:solidFill>
              </a:rPr>
              <a:t>점 </a:t>
            </a:r>
            <a:r>
              <a:rPr lang="ko-KR" altLang="en-US" b="1">
                <a:solidFill>
                  <a:schemeClr val="tx1"/>
                </a:solidFill>
              </a:rPr>
              <a:t>획득</a:t>
            </a:r>
            <a:r>
              <a:rPr lang="en-US" altLang="ko-KR" b="1" dirty="0">
                <a:solidFill>
                  <a:schemeClr val="tx1"/>
                </a:solidFill>
              </a:rPr>
              <a:t>, </a:t>
            </a:r>
            <a:r>
              <a:rPr lang="ko-KR" altLang="en-US" b="1">
                <a:solidFill>
                  <a:schemeClr val="tx1"/>
                </a:solidFill>
              </a:rPr>
              <a:t>참가자는 </a:t>
            </a:r>
            <a:r>
              <a:rPr lang="en-US" altLang="ko-KR" b="1" dirty="0" smtClean="0">
                <a:solidFill>
                  <a:schemeClr val="tx1"/>
                </a:solidFill>
              </a:rPr>
              <a:t>2</a:t>
            </a:r>
            <a:r>
              <a:rPr lang="ko-KR" altLang="en-US" b="1" smtClean="0">
                <a:solidFill>
                  <a:schemeClr val="tx1"/>
                </a:solidFill>
              </a:rPr>
              <a:t>점 획득</a:t>
            </a:r>
            <a:endParaRPr lang="en-US" altLang="ko-KR" b="1" dirty="0" smtClean="0">
              <a:solidFill>
                <a:schemeClr val="tx1"/>
              </a:solidFill>
            </a:endParaRPr>
          </a:p>
          <a:p>
            <a:pPr marL="1257300" lvl="2" indent="-342900">
              <a:lnSpc>
                <a:spcPct val="150000"/>
              </a:lnSpc>
              <a:buFontTx/>
              <a:buChar char="-"/>
            </a:pPr>
            <a:r>
              <a:rPr lang="en-US" altLang="ko-KR" b="1" dirty="0" smtClean="0">
                <a:solidFill>
                  <a:schemeClr val="tx1"/>
                </a:solidFill>
              </a:rPr>
              <a:t>0</a:t>
            </a:r>
            <a:r>
              <a:rPr lang="ko-KR" altLang="en-US" b="1" smtClean="0">
                <a:solidFill>
                  <a:schemeClr val="tx1"/>
                </a:solidFill>
              </a:rPr>
              <a:t>초 이후 </a:t>
            </a:r>
            <a:r>
              <a:rPr lang="en-US" altLang="ko-KR" b="1" dirty="0" smtClean="0">
                <a:solidFill>
                  <a:schemeClr val="tx1"/>
                </a:solidFill>
              </a:rPr>
              <a:t>– </a:t>
            </a:r>
            <a:r>
              <a:rPr lang="ko-KR" altLang="en-US" b="1" smtClean="0">
                <a:solidFill>
                  <a:schemeClr val="tx1"/>
                </a:solidFill>
              </a:rPr>
              <a:t>바로 종료 후</a:t>
            </a:r>
            <a:r>
              <a:rPr lang="en-US" altLang="ko-KR" b="1" dirty="0" smtClean="0">
                <a:solidFill>
                  <a:schemeClr val="tx1"/>
                </a:solidFill>
              </a:rPr>
              <a:t>, </a:t>
            </a:r>
            <a:r>
              <a:rPr lang="ko-KR" altLang="en-US" b="1" smtClean="0">
                <a:solidFill>
                  <a:schemeClr val="tx1"/>
                </a:solidFill>
              </a:rPr>
              <a:t>정답 공개</a:t>
            </a:r>
            <a:r>
              <a:rPr lang="en-US" altLang="ko-KR" b="1" dirty="0" smtClean="0">
                <a:solidFill>
                  <a:schemeClr val="tx1"/>
                </a:solidFill>
              </a:rPr>
              <a:t>. </a:t>
            </a:r>
            <a:r>
              <a:rPr lang="ko-KR" altLang="en-US" b="1" smtClean="0">
                <a:solidFill>
                  <a:schemeClr val="tx1"/>
                </a:solidFill>
              </a:rPr>
              <a:t>출제자 </a:t>
            </a:r>
            <a:r>
              <a:rPr lang="en-US" altLang="ko-KR" b="1" dirty="0" smtClean="0">
                <a:solidFill>
                  <a:schemeClr val="tx1"/>
                </a:solidFill>
              </a:rPr>
              <a:t>1</a:t>
            </a:r>
            <a:r>
              <a:rPr lang="ko-KR" altLang="en-US" b="1" smtClean="0">
                <a:solidFill>
                  <a:schemeClr val="tx1"/>
                </a:solidFill>
              </a:rPr>
              <a:t>점 감점</a:t>
            </a:r>
            <a:r>
              <a:rPr lang="en-US" altLang="ko-KR" b="1" dirty="0" smtClean="0">
                <a:solidFill>
                  <a:schemeClr val="tx1"/>
                </a:solidFill>
              </a:rPr>
              <a:t>, </a:t>
            </a:r>
            <a:r>
              <a:rPr lang="ko-KR" altLang="en-US" b="1" smtClean="0">
                <a:solidFill>
                  <a:schemeClr val="tx1"/>
                </a:solidFill>
              </a:rPr>
              <a:t>다음 출제자는 기존 출제자 유지 </a:t>
            </a:r>
            <a:endParaRPr lang="en-US" altLang="ko-KR" b="1" dirty="0" smtClean="0">
              <a:solidFill>
                <a:schemeClr val="tx1"/>
              </a:solidFill>
            </a:endParaRP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ko-KR" altLang="en-US" b="1" dirty="0" smtClean="0">
                <a:solidFill>
                  <a:schemeClr val="tx1"/>
                </a:solidFill>
              </a:rPr>
              <a:t>기타</a:t>
            </a:r>
            <a:endParaRPr lang="en-US" altLang="ko-KR" b="1" dirty="0" smtClean="0">
              <a:solidFill>
                <a:schemeClr val="tx1"/>
              </a:solidFill>
            </a:endParaRPr>
          </a:p>
          <a:p>
            <a:pPr marL="800100" lvl="1" indent="-342900">
              <a:lnSpc>
                <a:spcPct val="150000"/>
              </a:lnSpc>
              <a:buFontTx/>
              <a:buChar char="-"/>
            </a:pPr>
            <a:r>
              <a:rPr lang="ko-KR" altLang="en-US" b="1" dirty="0">
                <a:solidFill>
                  <a:schemeClr val="tx1"/>
                </a:solidFill>
              </a:rPr>
              <a:t>팀 소개 영상 </a:t>
            </a:r>
            <a:r>
              <a:rPr lang="en-US" altLang="ko-KR" b="1" dirty="0">
                <a:solidFill>
                  <a:schemeClr val="tx1"/>
                </a:solidFill>
              </a:rPr>
              <a:t>– </a:t>
            </a:r>
            <a:r>
              <a:rPr lang="ko-KR" altLang="en-US" b="1">
                <a:solidFill>
                  <a:schemeClr val="tx1"/>
                </a:solidFill>
              </a:rPr>
              <a:t>월요일 오후 </a:t>
            </a:r>
            <a:r>
              <a:rPr lang="ko-KR" altLang="en-US" b="1" smtClean="0">
                <a:solidFill>
                  <a:schemeClr val="tx1"/>
                </a:solidFill>
              </a:rPr>
              <a:t>한시까지 제출</a:t>
            </a:r>
            <a:endParaRPr lang="en-US" altLang="ko-KR" b="1" dirty="0" smtClean="0">
              <a:solidFill>
                <a:schemeClr val="tx1"/>
              </a:solidFill>
            </a:endParaRPr>
          </a:p>
          <a:p>
            <a:pPr marL="800100" lvl="1" indent="-342900">
              <a:lnSpc>
                <a:spcPct val="150000"/>
              </a:lnSpc>
              <a:buFontTx/>
              <a:buChar char="-"/>
            </a:pPr>
            <a:r>
              <a:rPr lang="ko-KR" altLang="en-US" b="1" dirty="0" smtClean="0">
                <a:solidFill>
                  <a:schemeClr val="tx1"/>
                </a:solidFill>
              </a:rPr>
              <a:t>전시회 시연 고려 </a:t>
            </a:r>
            <a:r>
              <a:rPr lang="en-US" altLang="ko-KR" b="1" dirty="0" smtClean="0">
                <a:solidFill>
                  <a:schemeClr val="tx1"/>
                </a:solidFill>
              </a:rPr>
              <a:t>– PC </a:t>
            </a:r>
            <a:r>
              <a:rPr lang="ko-KR" altLang="en-US" b="1" smtClean="0">
                <a:solidFill>
                  <a:schemeClr val="tx1"/>
                </a:solidFill>
              </a:rPr>
              <a:t>모니터에 띄울 수 있는지</a:t>
            </a:r>
            <a:endParaRPr lang="en-US" altLang="ko-KR" sz="2800" b="1" dirty="0" smtClean="0">
              <a:solidFill>
                <a:schemeClr val="tx1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44862" y="238662"/>
            <a:ext cx="141906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400" b="1" dirty="0" smtClean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0. </a:t>
            </a:r>
            <a:r>
              <a:rPr lang="ko-KR" altLang="en-US" sz="5400" b="1" smtClean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기획</a:t>
            </a:r>
            <a:r>
              <a:rPr lang="en-US" altLang="ko-KR" sz="5400" b="1" dirty="0" smtClean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(260417)</a:t>
            </a:r>
            <a:endParaRPr lang="ko-KR" altLang="en-US" sz="5400" b="1" dirty="0">
              <a:solidFill>
                <a:schemeClr val="bg1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701541" y="1561514"/>
            <a:ext cx="7743960" cy="865364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altLang="ko-KR" b="1" dirty="0">
                <a:solidFill>
                  <a:schemeClr val="tx1"/>
                </a:solidFill>
              </a:rPr>
              <a:t>telnet </a:t>
            </a:r>
            <a:r>
              <a:rPr lang="ko-KR" altLang="en-US" b="1">
                <a:solidFill>
                  <a:schemeClr val="tx1"/>
                </a:solidFill>
              </a:rPr>
              <a:t>끊기는 경우</a:t>
            </a:r>
            <a:r>
              <a:rPr lang="en-US" altLang="ko-KR" b="1" dirty="0">
                <a:solidFill>
                  <a:schemeClr val="tx1"/>
                </a:solidFill>
              </a:rPr>
              <a:t>.. </a:t>
            </a:r>
            <a:r>
              <a:rPr lang="en-US" altLang="ko-KR" b="1" dirty="0" smtClean="0">
                <a:solidFill>
                  <a:schemeClr val="tx1"/>
                </a:solidFill>
              </a:rPr>
              <a:t>-&gt; </a:t>
            </a:r>
            <a:r>
              <a:rPr lang="ko-KR" altLang="en-US" b="1" smtClean="0">
                <a:solidFill>
                  <a:schemeClr val="tx1"/>
                </a:solidFill>
              </a:rPr>
              <a:t>보드 </a:t>
            </a:r>
            <a:r>
              <a:rPr lang="en-US" altLang="ko-KR" b="1" dirty="0" smtClean="0">
                <a:solidFill>
                  <a:schemeClr val="tx1"/>
                </a:solidFill>
              </a:rPr>
              <a:t>2,3 </a:t>
            </a:r>
            <a:r>
              <a:rPr lang="en-US" altLang="ko-KR" b="1" dirty="0" err="1" smtClean="0">
                <a:solidFill>
                  <a:schemeClr val="tx1"/>
                </a:solidFill>
              </a:rPr>
              <a:t>Brrootfs</a:t>
            </a:r>
            <a:r>
              <a:rPr lang="en-US" altLang="ko-KR" b="1" dirty="0" smtClean="0">
                <a:solidFill>
                  <a:schemeClr val="tx1"/>
                </a:solidFill>
              </a:rPr>
              <a:t> </a:t>
            </a:r>
            <a:r>
              <a:rPr lang="ko-KR" altLang="en-US" b="1" smtClean="0">
                <a:solidFill>
                  <a:schemeClr val="tx1"/>
                </a:solidFill>
              </a:rPr>
              <a:t>이미지 구워서 업로드</a:t>
            </a:r>
            <a:r>
              <a:rPr lang="en-US" altLang="ko-KR" b="1" dirty="0" smtClean="0">
                <a:solidFill>
                  <a:schemeClr val="tx1"/>
                </a:solidFill>
              </a:rPr>
              <a:t>(</a:t>
            </a:r>
            <a:r>
              <a:rPr lang="ko-KR" altLang="en-US" b="1" smtClean="0">
                <a:solidFill>
                  <a:schemeClr val="tx1"/>
                </a:solidFill>
              </a:rPr>
              <a:t>완</a:t>
            </a:r>
            <a:r>
              <a:rPr lang="en-US" altLang="ko-KR" b="1" dirty="0" smtClean="0">
                <a:solidFill>
                  <a:schemeClr val="tx1"/>
                </a:solidFill>
              </a:rPr>
              <a:t>)</a:t>
            </a:r>
            <a:endParaRPr lang="en-US" altLang="ko-KR" b="1" dirty="0">
              <a:solidFill>
                <a:schemeClr val="tx1"/>
              </a:solidFill>
            </a:endParaRP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ko-KR" altLang="en-US" b="1" dirty="0" smtClean="0">
                <a:solidFill>
                  <a:schemeClr val="tx1"/>
                </a:solidFill>
              </a:rPr>
              <a:t>참가자가 </a:t>
            </a:r>
            <a:r>
              <a:rPr lang="ko-KR" altLang="en-US" b="1" dirty="0">
                <a:solidFill>
                  <a:schemeClr val="tx1"/>
                </a:solidFill>
              </a:rPr>
              <a:t>자기의 화면을 알 수 있도록 </a:t>
            </a:r>
            <a:r>
              <a:rPr lang="ko-KR" altLang="en-US" b="1" dirty="0" smtClean="0">
                <a:solidFill>
                  <a:schemeClr val="tx1"/>
                </a:solidFill>
              </a:rPr>
              <a:t>표시</a:t>
            </a:r>
            <a:r>
              <a:rPr lang="en-US" altLang="ko-KR" b="1" dirty="0" smtClean="0">
                <a:solidFill>
                  <a:schemeClr val="tx1"/>
                </a:solidFill>
              </a:rPr>
              <a:t>(</a:t>
            </a:r>
            <a:r>
              <a:rPr lang="ko-KR" altLang="en-US" b="1" smtClean="0">
                <a:solidFill>
                  <a:schemeClr val="tx1"/>
                </a:solidFill>
              </a:rPr>
              <a:t>완</a:t>
            </a:r>
            <a:r>
              <a:rPr lang="en-US" altLang="ko-KR" b="1" dirty="0" smtClean="0">
                <a:solidFill>
                  <a:schemeClr val="tx1"/>
                </a:solidFill>
              </a:rPr>
              <a:t>)</a:t>
            </a: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ko-KR" altLang="en-US" b="1" dirty="0">
                <a:solidFill>
                  <a:schemeClr val="tx1"/>
                </a:solidFill>
              </a:rPr>
              <a:t>화면 터치 펜 찾아보기</a:t>
            </a:r>
            <a:r>
              <a:rPr lang="en-US" altLang="ko-KR" b="1" dirty="0">
                <a:solidFill>
                  <a:schemeClr val="tx1"/>
                </a:solidFill>
              </a:rPr>
              <a:t> – </a:t>
            </a:r>
            <a:r>
              <a:rPr lang="ko-KR" altLang="en-US" b="1">
                <a:solidFill>
                  <a:schemeClr val="tx1"/>
                </a:solidFill>
              </a:rPr>
              <a:t>다이소 디스크 펜 </a:t>
            </a:r>
            <a:r>
              <a:rPr lang="en-US" altLang="ko-KR" b="1" dirty="0">
                <a:solidFill>
                  <a:schemeClr val="tx1"/>
                </a:solidFill>
              </a:rPr>
              <a:t>1000</a:t>
            </a:r>
            <a:r>
              <a:rPr lang="ko-KR" altLang="en-US" b="1">
                <a:solidFill>
                  <a:schemeClr val="tx1"/>
                </a:solidFill>
              </a:rPr>
              <a:t>원짜리 </a:t>
            </a:r>
            <a:r>
              <a:rPr lang="en-US" altLang="ko-KR" b="1" dirty="0">
                <a:solidFill>
                  <a:schemeClr val="tx1"/>
                </a:solidFill>
              </a:rPr>
              <a:t>(</a:t>
            </a:r>
            <a:r>
              <a:rPr lang="ko-KR" altLang="en-US" b="1">
                <a:solidFill>
                  <a:schemeClr val="tx1"/>
                </a:solidFill>
              </a:rPr>
              <a:t>완</a:t>
            </a:r>
            <a:r>
              <a:rPr lang="en-US" altLang="ko-KR" b="1" dirty="0" smtClean="0">
                <a:solidFill>
                  <a:schemeClr val="tx1"/>
                </a:solidFill>
              </a:rPr>
              <a:t>)</a:t>
            </a: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altLang="ko-KR" b="1" dirty="0" smtClean="0">
                <a:solidFill>
                  <a:schemeClr val="tx1"/>
                </a:solidFill>
              </a:rPr>
              <a:t>Clear</a:t>
            </a:r>
            <a:r>
              <a:rPr lang="ko-KR" altLang="en-US" b="1" smtClean="0">
                <a:solidFill>
                  <a:schemeClr val="tx1"/>
                </a:solidFill>
              </a:rPr>
              <a:t> 기능</a:t>
            </a:r>
            <a:r>
              <a:rPr lang="en-US" altLang="ko-KR" b="1" dirty="0">
                <a:solidFill>
                  <a:schemeClr val="tx1"/>
                </a:solidFill>
              </a:rPr>
              <a:t>(</a:t>
            </a:r>
            <a:r>
              <a:rPr lang="ko-KR" altLang="en-US" b="1">
                <a:solidFill>
                  <a:schemeClr val="tx1"/>
                </a:solidFill>
              </a:rPr>
              <a:t>완</a:t>
            </a:r>
            <a:r>
              <a:rPr lang="en-US" altLang="ko-KR" b="1" dirty="0" smtClean="0">
                <a:solidFill>
                  <a:schemeClr val="tx1"/>
                </a:solidFill>
              </a:rPr>
              <a:t>)</a:t>
            </a: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altLang="ko-KR" b="1" dirty="0" err="1">
                <a:solidFill>
                  <a:schemeClr val="tx1"/>
                </a:solidFill>
              </a:rPr>
              <a:t>Github</a:t>
            </a:r>
            <a:r>
              <a:rPr lang="ko-KR" altLang="en-US" b="1">
                <a:solidFill>
                  <a:schemeClr val="tx1"/>
                </a:solidFill>
              </a:rPr>
              <a:t> 업로드 방법</a:t>
            </a:r>
            <a:r>
              <a:rPr lang="en-US" altLang="ko-KR" b="1" dirty="0">
                <a:solidFill>
                  <a:schemeClr val="tx1"/>
                </a:solidFill>
              </a:rPr>
              <a:t> </a:t>
            </a:r>
            <a:r>
              <a:rPr lang="ko-KR" altLang="en-US" b="1" smtClean="0">
                <a:solidFill>
                  <a:schemeClr val="tx1"/>
                </a:solidFill>
              </a:rPr>
              <a:t>찾기</a:t>
            </a:r>
            <a:r>
              <a:rPr lang="en-US" altLang="ko-KR" b="1" dirty="0" smtClean="0">
                <a:solidFill>
                  <a:schemeClr val="tx1"/>
                </a:solidFill>
              </a:rPr>
              <a:t>(</a:t>
            </a:r>
            <a:r>
              <a:rPr lang="ko-KR" altLang="en-US" b="1" smtClean="0">
                <a:solidFill>
                  <a:schemeClr val="tx1"/>
                </a:solidFill>
              </a:rPr>
              <a:t>완</a:t>
            </a:r>
            <a:r>
              <a:rPr lang="en-US" altLang="ko-KR" b="1" dirty="0" smtClean="0">
                <a:solidFill>
                  <a:schemeClr val="tx1"/>
                </a:solidFill>
              </a:rPr>
              <a:t>)</a:t>
            </a: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altLang="ko-KR" b="1" dirty="0" smtClean="0">
                <a:solidFill>
                  <a:schemeClr val="tx1"/>
                </a:solidFill>
              </a:rPr>
              <a:t>BGM </a:t>
            </a:r>
            <a:r>
              <a:rPr lang="ko-KR" altLang="en-US" b="1" smtClean="0">
                <a:solidFill>
                  <a:schemeClr val="tx1"/>
                </a:solidFill>
              </a:rPr>
              <a:t>추가</a:t>
            </a:r>
            <a:r>
              <a:rPr lang="en-US" altLang="ko-KR" b="1" dirty="0" smtClean="0">
                <a:solidFill>
                  <a:schemeClr val="tx1"/>
                </a:solidFill>
              </a:rPr>
              <a:t>(</a:t>
            </a:r>
            <a:r>
              <a:rPr lang="ko-KR" altLang="en-US" b="1" smtClean="0">
                <a:solidFill>
                  <a:schemeClr val="tx1"/>
                </a:solidFill>
              </a:rPr>
              <a:t>완</a:t>
            </a:r>
            <a:r>
              <a:rPr lang="en-US" altLang="ko-KR" b="1" dirty="0" smtClean="0">
                <a:solidFill>
                  <a:schemeClr val="tx1"/>
                </a:solidFill>
              </a:rPr>
              <a:t>)</a:t>
            </a: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ko-KR" altLang="en-US" b="1" dirty="0">
                <a:solidFill>
                  <a:schemeClr val="tx1"/>
                </a:solidFill>
              </a:rPr>
              <a:t>출제자 화면에 제시어 </a:t>
            </a:r>
            <a:r>
              <a:rPr lang="ko-KR" altLang="en-US" b="1" dirty="0" smtClean="0">
                <a:solidFill>
                  <a:schemeClr val="tx1"/>
                </a:solidFill>
              </a:rPr>
              <a:t>출력</a:t>
            </a:r>
            <a:r>
              <a:rPr lang="en-US" altLang="ko-KR" b="1" dirty="0" smtClean="0">
                <a:solidFill>
                  <a:schemeClr val="tx1"/>
                </a:solidFill>
              </a:rPr>
              <a:t>(</a:t>
            </a:r>
            <a:r>
              <a:rPr lang="ko-KR" altLang="en-US" b="1" smtClean="0">
                <a:solidFill>
                  <a:schemeClr val="tx1"/>
                </a:solidFill>
              </a:rPr>
              <a:t>완</a:t>
            </a:r>
            <a:r>
              <a:rPr lang="en-US" altLang="ko-KR" b="1" dirty="0" smtClean="0">
                <a:solidFill>
                  <a:schemeClr val="tx1"/>
                </a:solidFill>
              </a:rPr>
              <a:t>)</a:t>
            </a:r>
            <a:endParaRPr lang="en-US" altLang="ko-KR" b="1" dirty="0">
              <a:solidFill>
                <a:schemeClr val="tx1"/>
              </a:solidFill>
            </a:endParaRP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ko-KR" altLang="en-US" b="1" dirty="0" smtClean="0">
                <a:solidFill>
                  <a:schemeClr val="tx1"/>
                </a:solidFill>
              </a:rPr>
              <a:t>제한 시간 설정 </a:t>
            </a:r>
            <a:r>
              <a:rPr lang="en-US" altLang="ko-KR" b="1" dirty="0" smtClean="0">
                <a:solidFill>
                  <a:schemeClr val="tx1"/>
                </a:solidFill>
              </a:rPr>
              <a:t>– </a:t>
            </a:r>
            <a:r>
              <a:rPr lang="ko-KR" altLang="en-US" b="1" smtClean="0">
                <a:solidFill>
                  <a:schemeClr val="tx1"/>
                </a:solidFill>
              </a:rPr>
              <a:t>현재 </a:t>
            </a:r>
            <a:r>
              <a:rPr lang="en-US" altLang="ko-KR" b="1" dirty="0" smtClean="0">
                <a:solidFill>
                  <a:schemeClr val="tx1"/>
                </a:solidFill>
              </a:rPr>
              <a:t>1</a:t>
            </a:r>
            <a:r>
              <a:rPr lang="ko-KR" altLang="en-US" b="1" smtClean="0">
                <a:solidFill>
                  <a:schemeClr val="tx1"/>
                </a:solidFill>
              </a:rPr>
              <a:t>분</a:t>
            </a:r>
            <a:r>
              <a:rPr lang="en-US" altLang="ko-KR" b="1" dirty="0" smtClean="0">
                <a:solidFill>
                  <a:schemeClr val="tx1"/>
                </a:solidFill>
              </a:rPr>
              <a:t>(</a:t>
            </a:r>
            <a:r>
              <a:rPr lang="ko-KR" altLang="en-US" b="1" smtClean="0">
                <a:solidFill>
                  <a:schemeClr val="tx1"/>
                </a:solidFill>
              </a:rPr>
              <a:t>완</a:t>
            </a:r>
            <a:r>
              <a:rPr lang="en-US" altLang="ko-KR" b="1" dirty="0" smtClean="0">
                <a:solidFill>
                  <a:schemeClr val="tx1"/>
                </a:solidFill>
              </a:rPr>
              <a:t>)</a:t>
            </a:r>
          </a:p>
        </p:txBody>
      </p:sp>
      <p:grpSp>
        <p:nvGrpSpPr>
          <p:cNvPr id="20" name="그룹 19"/>
          <p:cNvGrpSpPr/>
          <p:nvPr/>
        </p:nvGrpSpPr>
        <p:grpSpPr>
          <a:xfrm>
            <a:off x="1965916" y="5764804"/>
            <a:ext cx="4655366" cy="3357592"/>
            <a:chOff x="11739591" y="2631786"/>
            <a:chExt cx="4655366" cy="3357592"/>
          </a:xfrm>
        </p:grpSpPr>
        <p:sp>
          <p:nvSpPr>
            <p:cNvPr id="11" name="직사각형 10"/>
            <p:cNvSpPr/>
            <p:nvPr/>
          </p:nvSpPr>
          <p:spPr>
            <a:xfrm>
              <a:off x="12635344" y="3056708"/>
              <a:ext cx="3759613" cy="292608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b="1"/>
            </a:p>
          </p:txBody>
        </p:sp>
        <p:cxnSp>
          <p:nvCxnSpPr>
            <p:cNvPr id="12" name="직선 연결선 11"/>
            <p:cNvCxnSpPr/>
            <p:nvPr/>
          </p:nvCxnSpPr>
          <p:spPr>
            <a:xfrm>
              <a:off x="14435529" y="4513217"/>
              <a:ext cx="0" cy="1476161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/>
            <p:cNvCxnSpPr>
              <a:stCxn id="11" idx="3"/>
              <a:endCxn id="11" idx="1"/>
            </p:cNvCxnSpPr>
            <p:nvPr/>
          </p:nvCxnSpPr>
          <p:spPr>
            <a:xfrm flipH="1">
              <a:off x="12635344" y="4519748"/>
              <a:ext cx="3759613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6"/>
            <p:cNvSpPr txBox="1"/>
            <p:nvPr/>
          </p:nvSpPr>
          <p:spPr>
            <a:xfrm>
              <a:off x="11849395" y="2631786"/>
              <a:ext cx="14189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/>
                <a:t>화면 </a:t>
              </a:r>
              <a:r>
                <a:rPr lang="en-US" altLang="ko-KR" b="1" dirty="0" smtClean="0"/>
                <a:t>UI </a:t>
              </a:r>
              <a:r>
                <a:rPr lang="ko-KR" altLang="en-US" b="1" smtClean="0"/>
                <a:t>구성</a:t>
              </a:r>
              <a:endParaRPr lang="ko-KR" altLang="en-US" b="1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2729613" y="3151052"/>
              <a:ext cx="119455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 b="1" dirty="0" smtClean="0"/>
                <a:t>출제자</a:t>
              </a:r>
              <a:r>
                <a:rPr lang="en-US" altLang="ko-KR" sz="1400" b="1" dirty="0"/>
                <a:t>(</a:t>
              </a:r>
              <a:r>
                <a:rPr lang="ko-KR" altLang="en-US" sz="1400" b="1" smtClean="0"/>
                <a:t>점수</a:t>
              </a:r>
              <a:r>
                <a:rPr lang="en-US" altLang="ko-KR" sz="1400" b="1" dirty="0" smtClean="0"/>
                <a:t>)</a:t>
              </a:r>
              <a:endParaRPr lang="ko-KR" altLang="en-US" sz="1400" b="1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2729613" y="4588179"/>
              <a:ext cx="13660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 b="1" dirty="0" smtClean="0"/>
                <a:t>참가자 </a:t>
              </a:r>
              <a:r>
                <a:rPr lang="en-US" altLang="ko-KR" sz="1400" b="1" dirty="0" smtClean="0"/>
                <a:t>1</a:t>
              </a:r>
              <a:r>
                <a:rPr lang="en-US" altLang="ko-KR" sz="1400" b="1" dirty="0"/>
                <a:t> (</a:t>
              </a:r>
              <a:r>
                <a:rPr lang="ko-KR" altLang="en-US" sz="1400" b="1"/>
                <a:t>점수</a:t>
              </a:r>
              <a:r>
                <a:rPr lang="en-US" altLang="ko-KR" sz="1400" b="1" dirty="0"/>
                <a:t>)</a:t>
              </a:r>
              <a:endParaRPr lang="ko-KR" altLang="en-US" sz="1400" b="1" dirty="0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14529799" y="4569839"/>
              <a:ext cx="13660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 b="1" dirty="0" smtClean="0"/>
                <a:t>참가자 </a:t>
              </a:r>
              <a:r>
                <a:rPr lang="en-US" altLang="ko-KR" sz="1400" b="1" dirty="0" smtClean="0"/>
                <a:t>2 </a:t>
              </a:r>
              <a:r>
                <a:rPr lang="en-US" altLang="ko-KR" sz="1400" b="1" dirty="0"/>
                <a:t>(</a:t>
              </a:r>
              <a:r>
                <a:rPr lang="ko-KR" altLang="en-US" sz="1400" b="1"/>
                <a:t>점수</a:t>
              </a:r>
              <a:r>
                <a:rPr lang="en-US" altLang="ko-KR" sz="1400" b="1" dirty="0"/>
                <a:t>)</a:t>
              </a:r>
              <a:endParaRPr lang="ko-KR" altLang="en-US" sz="1400" b="1" dirty="0"/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11758716" y="3056709"/>
              <a:ext cx="876627" cy="292608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b="1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11739591" y="3151052"/>
              <a:ext cx="94288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 b="1" dirty="0" smtClean="0"/>
                <a:t>남은 시간</a:t>
              </a:r>
              <a:endParaRPr lang="ko-KR" altLang="en-US" sz="1400" b="1" dirty="0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1849396" y="4056313"/>
              <a:ext cx="72327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 b="1" dirty="0" smtClean="0"/>
                <a:t>라운드</a:t>
              </a:r>
              <a:endParaRPr lang="ko-KR" altLang="en-US" sz="1400" b="1" dirty="0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11849395" y="5023380"/>
              <a:ext cx="72327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 b="1" dirty="0" smtClean="0"/>
                <a:t>캐릭터</a:t>
              </a:r>
              <a:endParaRPr lang="ko-KR" altLang="en-US" sz="14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2699399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/>
          <p:cNvSpPr/>
          <p:nvPr/>
        </p:nvSpPr>
        <p:spPr>
          <a:xfrm>
            <a:off x="8857633" y="1561514"/>
            <a:ext cx="7743960" cy="865364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ko-KR" altLang="en-US" b="1" dirty="0" smtClean="0">
                <a:solidFill>
                  <a:schemeClr val="tx1"/>
                </a:solidFill>
              </a:rPr>
              <a:t>구현</a:t>
            </a:r>
            <a:endParaRPr lang="en-US" altLang="ko-KR" b="1" dirty="0" smtClean="0">
              <a:solidFill>
                <a:schemeClr val="tx1"/>
              </a:solidFill>
            </a:endParaRPr>
          </a:p>
          <a:p>
            <a:pPr marL="800100" lvl="1" indent="-342900">
              <a:lnSpc>
                <a:spcPct val="150000"/>
              </a:lnSpc>
              <a:buFontTx/>
              <a:buChar char="-"/>
            </a:pPr>
            <a:r>
              <a:rPr lang="ko-KR" altLang="en-US" b="1" dirty="0">
                <a:solidFill>
                  <a:schemeClr val="tx1"/>
                </a:solidFill>
              </a:rPr>
              <a:t>참가자 </a:t>
            </a:r>
            <a:r>
              <a:rPr lang="en-US" altLang="ko-KR" b="1" dirty="0">
                <a:solidFill>
                  <a:schemeClr val="tx1"/>
                </a:solidFill>
              </a:rPr>
              <a:t>1</a:t>
            </a:r>
            <a:r>
              <a:rPr lang="ko-KR" altLang="en-US" b="1">
                <a:solidFill>
                  <a:schemeClr val="tx1"/>
                </a:solidFill>
              </a:rPr>
              <a:t>이 제출한 상태에서 참가자 </a:t>
            </a:r>
            <a:r>
              <a:rPr lang="en-US" altLang="ko-KR" b="1" dirty="0">
                <a:solidFill>
                  <a:schemeClr val="tx1"/>
                </a:solidFill>
              </a:rPr>
              <a:t>2</a:t>
            </a:r>
            <a:r>
              <a:rPr lang="ko-KR" altLang="en-US" b="1">
                <a:solidFill>
                  <a:schemeClr val="tx1"/>
                </a:solidFill>
              </a:rPr>
              <a:t>가 제출하고 </a:t>
            </a:r>
            <a:r>
              <a:rPr lang="en-US" altLang="ko-KR" b="1" dirty="0">
                <a:solidFill>
                  <a:schemeClr val="tx1"/>
                </a:solidFill>
              </a:rPr>
              <a:t>NG </a:t>
            </a:r>
            <a:r>
              <a:rPr lang="ko-KR" altLang="en-US" b="1">
                <a:solidFill>
                  <a:schemeClr val="tx1"/>
                </a:solidFill>
              </a:rPr>
              <a:t>터치하면 참가자 </a:t>
            </a:r>
            <a:r>
              <a:rPr lang="en-US" altLang="ko-KR" b="1" dirty="0">
                <a:solidFill>
                  <a:schemeClr val="tx1"/>
                </a:solidFill>
              </a:rPr>
              <a:t>2</a:t>
            </a:r>
            <a:r>
              <a:rPr lang="ko-KR" altLang="en-US" b="1">
                <a:solidFill>
                  <a:schemeClr val="tx1"/>
                </a:solidFill>
              </a:rPr>
              <a:t>가 </a:t>
            </a:r>
            <a:r>
              <a:rPr lang="ko-KR" altLang="en-US" b="1" smtClean="0">
                <a:solidFill>
                  <a:schemeClr val="tx1"/>
                </a:solidFill>
              </a:rPr>
              <a:t>끊김</a:t>
            </a:r>
            <a:r>
              <a:rPr lang="en-US" altLang="ko-KR" b="1" dirty="0">
                <a:solidFill>
                  <a:schemeClr val="tx1"/>
                </a:solidFill>
              </a:rPr>
              <a:t/>
            </a:r>
            <a:br>
              <a:rPr lang="en-US" altLang="ko-KR" b="1" dirty="0">
                <a:solidFill>
                  <a:schemeClr val="tx1"/>
                </a:solidFill>
              </a:rPr>
            </a:br>
            <a:r>
              <a:rPr lang="ko-KR" altLang="en-US" b="1" smtClean="0">
                <a:solidFill>
                  <a:schemeClr val="tx1"/>
                </a:solidFill>
              </a:rPr>
              <a:t>참가자 </a:t>
            </a:r>
            <a:r>
              <a:rPr lang="en-US" altLang="ko-KR" b="1" dirty="0" smtClean="0">
                <a:solidFill>
                  <a:schemeClr val="tx1"/>
                </a:solidFill>
              </a:rPr>
              <a:t>1</a:t>
            </a:r>
            <a:r>
              <a:rPr lang="ko-KR" altLang="en-US" b="1" smtClean="0">
                <a:solidFill>
                  <a:schemeClr val="tx1"/>
                </a:solidFill>
              </a:rPr>
              <a:t>이 제출한 상태에서 참가자 </a:t>
            </a:r>
            <a:r>
              <a:rPr lang="en-US" altLang="ko-KR" b="1" dirty="0" smtClean="0">
                <a:solidFill>
                  <a:schemeClr val="tx1"/>
                </a:solidFill>
              </a:rPr>
              <a:t>2</a:t>
            </a:r>
            <a:r>
              <a:rPr lang="ko-KR" altLang="en-US" b="1" smtClean="0">
                <a:solidFill>
                  <a:schemeClr val="tx1"/>
                </a:solidFill>
              </a:rPr>
              <a:t>가 제출 못하도록 원복하자</a:t>
            </a:r>
            <a:endParaRPr lang="en-US" altLang="ko-KR" b="1" dirty="0" smtClean="0">
              <a:solidFill>
                <a:schemeClr val="tx1"/>
              </a:solidFill>
            </a:endParaRPr>
          </a:p>
          <a:p>
            <a:pPr marL="800100" lvl="1" indent="-342900">
              <a:lnSpc>
                <a:spcPct val="150000"/>
              </a:lnSpc>
              <a:buFontTx/>
              <a:buChar char="-"/>
            </a:pPr>
            <a:r>
              <a:rPr lang="en-US" altLang="ko-KR" b="1" dirty="0" smtClean="0">
                <a:solidFill>
                  <a:schemeClr val="tx1"/>
                </a:solidFill>
              </a:rPr>
              <a:t>6.12.81 </a:t>
            </a:r>
            <a:r>
              <a:rPr lang="ko-KR" altLang="en-US" b="1" smtClean="0">
                <a:solidFill>
                  <a:schemeClr val="tx1"/>
                </a:solidFill>
              </a:rPr>
              <a:t>리눅스 </a:t>
            </a:r>
            <a:r>
              <a:rPr lang="ko-KR" altLang="en-US" b="1" dirty="0" err="1" smtClean="0">
                <a:solidFill>
                  <a:schemeClr val="tx1"/>
                </a:solidFill>
              </a:rPr>
              <a:t>커널</a:t>
            </a:r>
            <a:r>
              <a:rPr lang="ko-KR" altLang="en-US" b="1" dirty="0" smtClean="0">
                <a:solidFill>
                  <a:schemeClr val="tx1"/>
                </a:solidFill>
              </a:rPr>
              <a:t> 이미지 </a:t>
            </a:r>
            <a:r>
              <a:rPr lang="ko-KR" altLang="en-US" b="1" smtClean="0">
                <a:solidFill>
                  <a:schemeClr val="tx1"/>
                </a:solidFill>
              </a:rPr>
              <a:t>보드에 업로드 </a:t>
            </a:r>
            <a:endParaRPr lang="en-US" altLang="ko-KR" b="1" dirty="0" smtClean="0">
              <a:solidFill>
                <a:schemeClr val="tx1"/>
              </a:solidFill>
            </a:endParaRPr>
          </a:p>
          <a:p>
            <a:pPr marL="800100" lvl="1" indent="-342900">
              <a:lnSpc>
                <a:spcPct val="150000"/>
              </a:lnSpc>
              <a:buFontTx/>
              <a:buChar char="-"/>
            </a:pPr>
            <a:r>
              <a:rPr lang="ko-KR" altLang="en-US" b="1" dirty="0" smtClean="0">
                <a:solidFill>
                  <a:schemeClr val="tx1"/>
                </a:solidFill>
              </a:rPr>
              <a:t>참가자</a:t>
            </a:r>
            <a:r>
              <a:rPr lang="en-US" altLang="ko-KR" b="1" dirty="0" smtClean="0">
                <a:solidFill>
                  <a:schemeClr val="tx1"/>
                </a:solidFill>
              </a:rPr>
              <a:t>/</a:t>
            </a:r>
            <a:r>
              <a:rPr lang="ko-KR" altLang="en-US" b="1" smtClean="0">
                <a:solidFill>
                  <a:schemeClr val="tx1"/>
                </a:solidFill>
              </a:rPr>
              <a:t>출제자 화면에 </a:t>
            </a:r>
            <a:r>
              <a:rPr lang="ko-KR" altLang="en-US" b="1" dirty="0" smtClean="0">
                <a:solidFill>
                  <a:schemeClr val="tx1"/>
                </a:solidFill>
              </a:rPr>
              <a:t>지우개 기능</a:t>
            </a:r>
            <a:endParaRPr lang="en-US" altLang="ko-KR" b="1" dirty="0" smtClean="0">
              <a:solidFill>
                <a:schemeClr val="tx1"/>
              </a:solidFill>
            </a:endParaRPr>
          </a:p>
          <a:p>
            <a:pPr marL="800100" lvl="1" indent="-342900">
              <a:lnSpc>
                <a:spcPct val="150000"/>
              </a:lnSpc>
              <a:buFontTx/>
              <a:buChar char="-"/>
            </a:pPr>
            <a:r>
              <a:rPr lang="ko-KR" altLang="en-US" b="1" dirty="0" smtClean="0">
                <a:solidFill>
                  <a:schemeClr val="tx1"/>
                </a:solidFill>
              </a:rPr>
              <a:t>음악 </a:t>
            </a:r>
            <a:r>
              <a:rPr lang="ko-KR" altLang="en-US" b="1" dirty="0" err="1" smtClean="0">
                <a:solidFill>
                  <a:schemeClr val="tx1"/>
                </a:solidFill>
              </a:rPr>
              <a:t>싱크</a:t>
            </a:r>
            <a:r>
              <a:rPr lang="ko-KR" altLang="en-US" b="1" dirty="0" smtClean="0">
                <a:solidFill>
                  <a:schemeClr val="tx1"/>
                </a:solidFill>
              </a:rPr>
              <a:t> 맞추기</a:t>
            </a:r>
            <a:endParaRPr lang="en-US" altLang="ko-KR" b="1" dirty="0" smtClean="0">
              <a:solidFill>
                <a:schemeClr val="tx1"/>
              </a:solidFill>
            </a:endParaRPr>
          </a:p>
          <a:p>
            <a:pPr marL="800100" lvl="1" indent="-342900">
              <a:lnSpc>
                <a:spcPct val="150000"/>
              </a:lnSpc>
              <a:buFontTx/>
              <a:buChar char="-"/>
            </a:pPr>
            <a:r>
              <a:rPr lang="ko-KR" altLang="en-US" b="1" dirty="0" smtClean="0">
                <a:solidFill>
                  <a:schemeClr val="tx1"/>
                </a:solidFill>
              </a:rPr>
              <a:t>일정 </a:t>
            </a:r>
            <a:r>
              <a:rPr lang="ko-KR" altLang="en-US" b="1" dirty="0">
                <a:solidFill>
                  <a:schemeClr val="tx1"/>
                </a:solidFill>
              </a:rPr>
              <a:t>시간 못 맞추면 힌트로 카테고리 </a:t>
            </a:r>
            <a:r>
              <a:rPr lang="ko-KR" altLang="en-US" b="1" dirty="0" smtClean="0">
                <a:solidFill>
                  <a:schemeClr val="tx1"/>
                </a:solidFill>
              </a:rPr>
              <a:t>출력</a:t>
            </a:r>
            <a:endParaRPr lang="en-US" altLang="ko-KR" b="1" dirty="0" smtClean="0">
              <a:solidFill>
                <a:schemeClr val="tx1"/>
              </a:solidFill>
            </a:endParaRPr>
          </a:p>
          <a:p>
            <a:pPr marL="800100" lvl="1" indent="-342900">
              <a:lnSpc>
                <a:spcPct val="150000"/>
              </a:lnSpc>
              <a:buFontTx/>
              <a:buChar char="-"/>
            </a:pPr>
            <a:r>
              <a:rPr lang="en-US" altLang="ko-KR" b="1" dirty="0" smtClean="0">
                <a:solidFill>
                  <a:schemeClr val="tx1"/>
                </a:solidFill>
              </a:rPr>
              <a:t>UI </a:t>
            </a:r>
            <a:r>
              <a:rPr lang="ko-KR" altLang="en-US" b="1" smtClean="0">
                <a:solidFill>
                  <a:schemeClr val="tx1"/>
                </a:solidFill>
              </a:rPr>
              <a:t>화면 추가</a:t>
            </a:r>
            <a:r>
              <a:rPr lang="en-US" altLang="ko-KR" b="1" dirty="0" smtClean="0">
                <a:solidFill>
                  <a:schemeClr val="tx1"/>
                </a:solidFill>
              </a:rPr>
              <a:t>(</a:t>
            </a:r>
            <a:r>
              <a:rPr lang="ko-KR" altLang="en-US" b="1" smtClean="0">
                <a:solidFill>
                  <a:schemeClr val="tx1"/>
                </a:solidFill>
              </a:rPr>
              <a:t>게임 시작 화면</a:t>
            </a:r>
            <a:r>
              <a:rPr lang="en-US" altLang="ko-KR" b="1" dirty="0" smtClean="0">
                <a:solidFill>
                  <a:schemeClr val="tx1"/>
                </a:solidFill>
              </a:rPr>
              <a:t>, </a:t>
            </a:r>
            <a:r>
              <a:rPr lang="ko-KR" altLang="en-US" b="1" smtClean="0">
                <a:solidFill>
                  <a:schemeClr val="tx1"/>
                </a:solidFill>
              </a:rPr>
              <a:t>케릭터 추가</a:t>
            </a:r>
            <a:r>
              <a:rPr lang="en-US" altLang="ko-KR" b="1" dirty="0" smtClean="0">
                <a:solidFill>
                  <a:schemeClr val="tx1"/>
                </a:solidFill>
              </a:rPr>
              <a:t>)</a:t>
            </a:r>
            <a:r>
              <a:rPr lang="ko-KR" altLang="en-US" b="1" smtClean="0">
                <a:solidFill>
                  <a:schemeClr val="tx1"/>
                </a:solidFill>
              </a:rPr>
              <a:t> </a:t>
            </a:r>
            <a:endParaRPr lang="en-US" altLang="ko-KR" b="1" dirty="0" smtClean="0">
              <a:solidFill>
                <a:schemeClr val="tx1"/>
              </a:solidFill>
            </a:endParaRPr>
          </a:p>
          <a:p>
            <a:pPr marL="800100" lvl="1" indent="-342900">
              <a:lnSpc>
                <a:spcPct val="150000"/>
              </a:lnSpc>
              <a:buFontTx/>
              <a:buChar char="-"/>
            </a:pPr>
            <a:r>
              <a:rPr lang="ko-KR" altLang="en-US" b="1" dirty="0" err="1" smtClean="0">
                <a:solidFill>
                  <a:schemeClr val="tx1"/>
                </a:solidFill>
              </a:rPr>
              <a:t>점수제</a:t>
            </a:r>
            <a:r>
              <a:rPr lang="ko-KR" altLang="en-US" b="1" dirty="0" smtClean="0">
                <a:solidFill>
                  <a:schemeClr val="tx1"/>
                </a:solidFill>
              </a:rPr>
              <a:t> 룰 </a:t>
            </a:r>
            <a:r>
              <a:rPr lang="en-US" altLang="ko-KR" b="1" dirty="0" smtClean="0">
                <a:solidFill>
                  <a:schemeClr val="tx1"/>
                </a:solidFill>
              </a:rPr>
              <a:t>(5</a:t>
            </a:r>
            <a:r>
              <a:rPr lang="ko-KR" altLang="en-US" b="1" smtClean="0">
                <a:solidFill>
                  <a:schemeClr val="tx1"/>
                </a:solidFill>
              </a:rPr>
              <a:t>라운드</a:t>
            </a:r>
            <a:r>
              <a:rPr lang="en-US" altLang="ko-KR" b="1" dirty="0" smtClean="0">
                <a:solidFill>
                  <a:schemeClr val="tx1"/>
                </a:solidFill>
              </a:rPr>
              <a:t>, 60</a:t>
            </a:r>
            <a:r>
              <a:rPr lang="ko-KR" altLang="en-US" b="1" smtClean="0">
                <a:solidFill>
                  <a:schemeClr val="tx1"/>
                </a:solidFill>
              </a:rPr>
              <a:t>초 </a:t>
            </a:r>
            <a:r>
              <a:rPr lang="en-US" altLang="ko-KR" b="1" dirty="0" smtClean="0">
                <a:solidFill>
                  <a:schemeClr val="tx1"/>
                </a:solidFill>
              </a:rPr>
              <a:t>-&gt; 0</a:t>
            </a:r>
            <a:r>
              <a:rPr lang="ko-KR" altLang="en-US" b="1" smtClean="0">
                <a:solidFill>
                  <a:schemeClr val="tx1"/>
                </a:solidFill>
              </a:rPr>
              <a:t>초</a:t>
            </a:r>
            <a:r>
              <a:rPr lang="en-US" altLang="ko-KR" b="1" dirty="0" smtClean="0">
                <a:solidFill>
                  <a:schemeClr val="tx1"/>
                </a:solidFill>
              </a:rPr>
              <a:t>)</a:t>
            </a:r>
            <a:endParaRPr lang="en-US" altLang="ko-KR" b="1" dirty="0">
              <a:solidFill>
                <a:schemeClr val="tx1"/>
              </a:solidFill>
            </a:endParaRPr>
          </a:p>
          <a:p>
            <a:pPr marL="1257300" lvl="2" indent="-342900">
              <a:lnSpc>
                <a:spcPct val="150000"/>
              </a:lnSpc>
              <a:buFontTx/>
              <a:buChar char="-"/>
            </a:pPr>
            <a:r>
              <a:rPr lang="ko-KR" altLang="en-US" b="1" dirty="0" smtClean="0">
                <a:solidFill>
                  <a:schemeClr val="tx1"/>
                </a:solidFill>
              </a:rPr>
              <a:t>최초 출제자는 선착순</a:t>
            </a:r>
            <a:endParaRPr lang="en-US" altLang="ko-KR" b="1" dirty="0" smtClean="0">
              <a:solidFill>
                <a:schemeClr val="tx1"/>
              </a:solidFill>
            </a:endParaRPr>
          </a:p>
          <a:p>
            <a:pPr marL="1257300" lvl="2" indent="-342900">
              <a:lnSpc>
                <a:spcPct val="150000"/>
              </a:lnSpc>
              <a:buFontTx/>
              <a:buChar char="-"/>
            </a:pPr>
            <a:r>
              <a:rPr lang="en-US" altLang="ko-KR" b="1" dirty="0" smtClean="0">
                <a:solidFill>
                  <a:schemeClr val="tx1"/>
                </a:solidFill>
              </a:rPr>
              <a:t>60 ~ 30</a:t>
            </a:r>
            <a:r>
              <a:rPr lang="ko-KR" altLang="en-US" b="1" smtClean="0">
                <a:solidFill>
                  <a:schemeClr val="tx1"/>
                </a:solidFill>
              </a:rPr>
              <a:t>초 </a:t>
            </a:r>
            <a:r>
              <a:rPr lang="en-US" altLang="ko-KR" b="1" dirty="0" smtClean="0">
                <a:solidFill>
                  <a:schemeClr val="tx1"/>
                </a:solidFill>
              </a:rPr>
              <a:t>– </a:t>
            </a:r>
            <a:r>
              <a:rPr lang="ko-KR" altLang="en-US" b="1" smtClean="0">
                <a:solidFill>
                  <a:schemeClr val="tx1"/>
                </a:solidFill>
              </a:rPr>
              <a:t>출제자의 문제를 맞추면</a:t>
            </a:r>
            <a:r>
              <a:rPr lang="en-US" altLang="ko-KR" b="1" dirty="0" smtClean="0">
                <a:solidFill>
                  <a:schemeClr val="tx1"/>
                </a:solidFill>
              </a:rPr>
              <a:t>,</a:t>
            </a:r>
            <a:r>
              <a:rPr lang="ko-KR" altLang="en-US" b="1" smtClean="0">
                <a:solidFill>
                  <a:schemeClr val="tx1"/>
                </a:solidFill>
              </a:rPr>
              <a:t> 출제자가 </a:t>
            </a:r>
            <a:r>
              <a:rPr lang="en-US" altLang="ko-KR" b="1" dirty="0" smtClean="0">
                <a:solidFill>
                  <a:schemeClr val="tx1"/>
                </a:solidFill>
              </a:rPr>
              <a:t>2</a:t>
            </a:r>
            <a:r>
              <a:rPr lang="ko-KR" altLang="en-US" b="1" smtClean="0">
                <a:solidFill>
                  <a:schemeClr val="tx1"/>
                </a:solidFill>
              </a:rPr>
              <a:t>점 획득</a:t>
            </a:r>
            <a:r>
              <a:rPr lang="en-US" altLang="ko-KR" b="1" dirty="0" smtClean="0">
                <a:solidFill>
                  <a:schemeClr val="tx1"/>
                </a:solidFill>
              </a:rPr>
              <a:t>, </a:t>
            </a:r>
            <a:r>
              <a:rPr lang="ko-KR" altLang="en-US" b="1" smtClean="0">
                <a:solidFill>
                  <a:schemeClr val="tx1"/>
                </a:solidFill>
              </a:rPr>
              <a:t>참가자는 </a:t>
            </a:r>
            <a:r>
              <a:rPr lang="en-US" altLang="ko-KR" b="1" dirty="0" smtClean="0">
                <a:solidFill>
                  <a:schemeClr val="tx1"/>
                </a:solidFill>
              </a:rPr>
              <a:t>3</a:t>
            </a:r>
            <a:r>
              <a:rPr lang="ko-KR" altLang="en-US" b="1" smtClean="0">
                <a:solidFill>
                  <a:schemeClr val="tx1"/>
                </a:solidFill>
              </a:rPr>
              <a:t>점 획득</a:t>
            </a:r>
            <a:endParaRPr lang="en-US" altLang="ko-KR" b="1" dirty="0" smtClean="0">
              <a:solidFill>
                <a:schemeClr val="tx1"/>
              </a:solidFill>
            </a:endParaRPr>
          </a:p>
          <a:p>
            <a:pPr marL="1257300" lvl="2" indent="-342900">
              <a:lnSpc>
                <a:spcPct val="150000"/>
              </a:lnSpc>
              <a:buFontTx/>
              <a:buChar char="-"/>
            </a:pPr>
            <a:r>
              <a:rPr lang="en-US" altLang="ko-KR" b="1" dirty="0" smtClean="0">
                <a:solidFill>
                  <a:schemeClr val="tx1"/>
                </a:solidFill>
              </a:rPr>
              <a:t>30</a:t>
            </a:r>
            <a:r>
              <a:rPr lang="ko-KR" altLang="en-US" b="1">
                <a:solidFill>
                  <a:schemeClr val="tx1"/>
                </a:solidFill>
              </a:rPr>
              <a:t> </a:t>
            </a:r>
            <a:r>
              <a:rPr lang="en-US" altLang="ko-KR" b="1" dirty="0" smtClean="0">
                <a:solidFill>
                  <a:schemeClr val="tx1"/>
                </a:solidFill>
              </a:rPr>
              <a:t>~ 0</a:t>
            </a:r>
            <a:r>
              <a:rPr lang="ko-KR" altLang="en-US" b="1" smtClean="0">
                <a:solidFill>
                  <a:schemeClr val="tx1"/>
                </a:solidFill>
              </a:rPr>
              <a:t>초 </a:t>
            </a:r>
            <a:r>
              <a:rPr lang="en-US" altLang="ko-KR" b="1" dirty="0" smtClean="0">
                <a:solidFill>
                  <a:schemeClr val="tx1"/>
                </a:solidFill>
              </a:rPr>
              <a:t>– </a:t>
            </a:r>
            <a:r>
              <a:rPr lang="ko-KR" altLang="en-US" b="1" smtClean="0">
                <a:solidFill>
                  <a:schemeClr val="tx1"/>
                </a:solidFill>
              </a:rPr>
              <a:t>힌트 출력</a:t>
            </a:r>
            <a:r>
              <a:rPr lang="en-US" altLang="ko-KR" b="1" dirty="0" smtClean="0">
                <a:solidFill>
                  <a:schemeClr val="tx1"/>
                </a:solidFill>
              </a:rPr>
              <a:t>(</a:t>
            </a:r>
            <a:r>
              <a:rPr lang="ko-KR" altLang="en-US" b="1" smtClean="0">
                <a:solidFill>
                  <a:schemeClr val="tx1"/>
                </a:solidFill>
              </a:rPr>
              <a:t>카테고리</a:t>
            </a:r>
            <a:r>
              <a:rPr lang="en-US" altLang="ko-KR" b="1" dirty="0" smtClean="0">
                <a:solidFill>
                  <a:schemeClr val="tx1"/>
                </a:solidFill>
              </a:rPr>
              <a:t>). </a:t>
            </a:r>
            <a:r>
              <a:rPr lang="ko-KR" altLang="en-US" b="1" smtClean="0">
                <a:solidFill>
                  <a:schemeClr val="tx1"/>
                </a:solidFill>
              </a:rPr>
              <a:t>출제자의 </a:t>
            </a:r>
            <a:r>
              <a:rPr lang="ko-KR" altLang="en-US" b="1">
                <a:solidFill>
                  <a:schemeClr val="tx1"/>
                </a:solidFill>
              </a:rPr>
              <a:t>문제를 맞추면</a:t>
            </a:r>
            <a:r>
              <a:rPr lang="en-US" altLang="ko-KR" b="1" dirty="0">
                <a:solidFill>
                  <a:schemeClr val="tx1"/>
                </a:solidFill>
              </a:rPr>
              <a:t>,</a:t>
            </a:r>
            <a:r>
              <a:rPr lang="ko-KR" altLang="en-US" b="1">
                <a:solidFill>
                  <a:schemeClr val="tx1"/>
                </a:solidFill>
              </a:rPr>
              <a:t> 출제자가 </a:t>
            </a:r>
            <a:r>
              <a:rPr lang="en-US" altLang="ko-KR" b="1" dirty="0" smtClean="0">
                <a:solidFill>
                  <a:schemeClr val="tx1"/>
                </a:solidFill>
              </a:rPr>
              <a:t>1</a:t>
            </a:r>
            <a:r>
              <a:rPr lang="ko-KR" altLang="en-US" b="1" smtClean="0">
                <a:solidFill>
                  <a:schemeClr val="tx1"/>
                </a:solidFill>
              </a:rPr>
              <a:t>점 </a:t>
            </a:r>
            <a:r>
              <a:rPr lang="ko-KR" altLang="en-US" b="1">
                <a:solidFill>
                  <a:schemeClr val="tx1"/>
                </a:solidFill>
              </a:rPr>
              <a:t>획득</a:t>
            </a:r>
            <a:r>
              <a:rPr lang="en-US" altLang="ko-KR" b="1" dirty="0">
                <a:solidFill>
                  <a:schemeClr val="tx1"/>
                </a:solidFill>
              </a:rPr>
              <a:t>, </a:t>
            </a:r>
            <a:r>
              <a:rPr lang="ko-KR" altLang="en-US" b="1">
                <a:solidFill>
                  <a:schemeClr val="tx1"/>
                </a:solidFill>
              </a:rPr>
              <a:t>참가자는 </a:t>
            </a:r>
            <a:r>
              <a:rPr lang="en-US" altLang="ko-KR" b="1" dirty="0" smtClean="0">
                <a:solidFill>
                  <a:schemeClr val="tx1"/>
                </a:solidFill>
              </a:rPr>
              <a:t>2</a:t>
            </a:r>
            <a:r>
              <a:rPr lang="ko-KR" altLang="en-US" b="1" smtClean="0">
                <a:solidFill>
                  <a:schemeClr val="tx1"/>
                </a:solidFill>
              </a:rPr>
              <a:t>점 획득</a:t>
            </a:r>
            <a:endParaRPr lang="en-US" altLang="ko-KR" b="1" dirty="0" smtClean="0">
              <a:solidFill>
                <a:schemeClr val="tx1"/>
              </a:solidFill>
            </a:endParaRPr>
          </a:p>
          <a:p>
            <a:pPr marL="1257300" lvl="2" indent="-342900">
              <a:lnSpc>
                <a:spcPct val="150000"/>
              </a:lnSpc>
              <a:buFontTx/>
              <a:buChar char="-"/>
            </a:pPr>
            <a:r>
              <a:rPr lang="en-US" altLang="ko-KR" b="1" dirty="0" smtClean="0">
                <a:solidFill>
                  <a:schemeClr val="tx1"/>
                </a:solidFill>
              </a:rPr>
              <a:t>0</a:t>
            </a:r>
            <a:r>
              <a:rPr lang="ko-KR" altLang="en-US" b="1" smtClean="0">
                <a:solidFill>
                  <a:schemeClr val="tx1"/>
                </a:solidFill>
              </a:rPr>
              <a:t>초 이후 </a:t>
            </a:r>
            <a:r>
              <a:rPr lang="en-US" altLang="ko-KR" b="1" dirty="0" smtClean="0">
                <a:solidFill>
                  <a:schemeClr val="tx1"/>
                </a:solidFill>
              </a:rPr>
              <a:t>– </a:t>
            </a:r>
            <a:r>
              <a:rPr lang="ko-KR" altLang="en-US" b="1" smtClean="0">
                <a:solidFill>
                  <a:schemeClr val="tx1"/>
                </a:solidFill>
              </a:rPr>
              <a:t>바로 종료 후</a:t>
            </a:r>
            <a:r>
              <a:rPr lang="en-US" altLang="ko-KR" b="1" dirty="0" smtClean="0">
                <a:solidFill>
                  <a:schemeClr val="tx1"/>
                </a:solidFill>
              </a:rPr>
              <a:t>, </a:t>
            </a:r>
            <a:r>
              <a:rPr lang="ko-KR" altLang="en-US" b="1" smtClean="0">
                <a:solidFill>
                  <a:schemeClr val="tx1"/>
                </a:solidFill>
              </a:rPr>
              <a:t>정답 공개</a:t>
            </a:r>
            <a:r>
              <a:rPr lang="en-US" altLang="ko-KR" b="1" dirty="0" smtClean="0">
                <a:solidFill>
                  <a:schemeClr val="tx1"/>
                </a:solidFill>
              </a:rPr>
              <a:t>. </a:t>
            </a:r>
            <a:r>
              <a:rPr lang="ko-KR" altLang="en-US" b="1" smtClean="0">
                <a:solidFill>
                  <a:schemeClr val="tx1"/>
                </a:solidFill>
              </a:rPr>
              <a:t>출제자 </a:t>
            </a:r>
            <a:r>
              <a:rPr lang="en-US" altLang="ko-KR" b="1" dirty="0" smtClean="0">
                <a:solidFill>
                  <a:schemeClr val="tx1"/>
                </a:solidFill>
              </a:rPr>
              <a:t>1</a:t>
            </a:r>
            <a:r>
              <a:rPr lang="ko-KR" altLang="en-US" b="1" smtClean="0">
                <a:solidFill>
                  <a:schemeClr val="tx1"/>
                </a:solidFill>
              </a:rPr>
              <a:t>점 감점</a:t>
            </a:r>
            <a:r>
              <a:rPr lang="en-US" altLang="ko-KR" b="1" dirty="0" smtClean="0">
                <a:solidFill>
                  <a:schemeClr val="tx1"/>
                </a:solidFill>
              </a:rPr>
              <a:t>, </a:t>
            </a:r>
            <a:r>
              <a:rPr lang="ko-KR" altLang="en-US" b="1" smtClean="0">
                <a:solidFill>
                  <a:schemeClr val="tx1"/>
                </a:solidFill>
              </a:rPr>
              <a:t>다음 출제자는 기존 출제자 유지 </a:t>
            </a:r>
            <a:endParaRPr lang="en-US" altLang="ko-KR" b="1" dirty="0" smtClean="0">
              <a:solidFill>
                <a:schemeClr val="tx1"/>
              </a:solidFill>
            </a:endParaRP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ko-KR" altLang="en-US" b="1" dirty="0" smtClean="0">
                <a:solidFill>
                  <a:schemeClr val="tx1"/>
                </a:solidFill>
              </a:rPr>
              <a:t>기타</a:t>
            </a:r>
            <a:endParaRPr lang="en-US" altLang="ko-KR" b="1" dirty="0" smtClean="0">
              <a:solidFill>
                <a:schemeClr val="tx1"/>
              </a:solidFill>
            </a:endParaRPr>
          </a:p>
          <a:p>
            <a:pPr marL="800100" lvl="1" indent="-342900">
              <a:lnSpc>
                <a:spcPct val="150000"/>
              </a:lnSpc>
              <a:buFontTx/>
              <a:buChar char="-"/>
            </a:pPr>
            <a:r>
              <a:rPr lang="ko-KR" altLang="en-US" b="1" dirty="0">
                <a:solidFill>
                  <a:schemeClr val="tx1"/>
                </a:solidFill>
              </a:rPr>
              <a:t>팀 소개 영상 </a:t>
            </a:r>
            <a:r>
              <a:rPr lang="en-US" altLang="ko-KR" b="1" dirty="0">
                <a:solidFill>
                  <a:schemeClr val="tx1"/>
                </a:solidFill>
              </a:rPr>
              <a:t>– </a:t>
            </a:r>
            <a:r>
              <a:rPr lang="ko-KR" altLang="en-US" b="1">
                <a:solidFill>
                  <a:schemeClr val="tx1"/>
                </a:solidFill>
              </a:rPr>
              <a:t>월요일 오후 </a:t>
            </a:r>
            <a:r>
              <a:rPr lang="ko-KR" altLang="en-US" b="1" smtClean="0">
                <a:solidFill>
                  <a:schemeClr val="tx1"/>
                </a:solidFill>
              </a:rPr>
              <a:t>한시까지 제출</a:t>
            </a:r>
            <a:endParaRPr lang="en-US" altLang="ko-KR" b="1" dirty="0" smtClean="0">
              <a:solidFill>
                <a:schemeClr val="tx1"/>
              </a:solidFill>
            </a:endParaRPr>
          </a:p>
          <a:p>
            <a:pPr marL="800100" lvl="1" indent="-342900">
              <a:lnSpc>
                <a:spcPct val="150000"/>
              </a:lnSpc>
              <a:buFontTx/>
              <a:buChar char="-"/>
            </a:pPr>
            <a:r>
              <a:rPr lang="ko-KR" altLang="en-US" b="1" dirty="0" smtClean="0">
                <a:solidFill>
                  <a:schemeClr val="tx1"/>
                </a:solidFill>
              </a:rPr>
              <a:t>전시회 시연 고려 </a:t>
            </a:r>
            <a:r>
              <a:rPr lang="en-US" altLang="ko-KR" b="1" dirty="0" smtClean="0">
                <a:solidFill>
                  <a:schemeClr val="tx1"/>
                </a:solidFill>
              </a:rPr>
              <a:t>– PC </a:t>
            </a:r>
            <a:r>
              <a:rPr lang="ko-KR" altLang="en-US" b="1" smtClean="0">
                <a:solidFill>
                  <a:schemeClr val="tx1"/>
                </a:solidFill>
              </a:rPr>
              <a:t>모니터에 띄울 수 있는지</a:t>
            </a:r>
            <a:endParaRPr lang="en-US" altLang="ko-KR" sz="2800" b="1" dirty="0" smtClean="0">
              <a:solidFill>
                <a:schemeClr val="tx1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44862" y="238662"/>
            <a:ext cx="141906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400" b="1" dirty="0" smtClean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0. </a:t>
            </a:r>
            <a:r>
              <a:rPr lang="ko-KR" altLang="en-US" sz="5400" b="1" smtClean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기획</a:t>
            </a:r>
            <a:r>
              <a:rPr lang="en-US" altLang="ko-KR" sz="5400" b="1" dirty="0" smtClean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(260417)</a:t>
            </a:r>
            <a:endParaRPr lang="ko-KR" altLang="en-US" sz="5400" b="1" dirty="0">
              <a:solidFill>
                <a:schemeClr val="bg1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701541" y="1561514"/>
            <a:ext cx="7743960" cy="865364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altLang="ko-KR" b="1" dirty="0" smtClean="0">
                <a:solidFill>
                  <a:schemeClr val="tx1"/>
                </a:solidFill>
              </a:rPr>
              <a:t>4/20 </a:t>
            </a:r>
            <a:r>
              <a:rPr lang="ko-KR" altLang="en-US" b="1" smtClean="0">
                <a:solidFill>
                  <a:schemeClr val="tx1"/>
                </a:solidFill>
              </a:rPr>
              <a:t>월 팀별 영상 제작</a:t>
            </a:r>
            <a:endParaRPr lang="en-US" altLang="ko-KR" b="1" smtClean="0">
              <a:solidFill>
                <a:schemeClr val="tx1"/>
              </a:solidFill>
            </a:endParaRP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altLang="ko-KR" b="1" dirty="0" smtClean="0">
                <a:solidFill>
                  <a:schemeClr val="tx1"/>
                </a:solidFill>
              </a:rPr>
              <a:t>4/21 </a:t>
            </a:r>
            <a:r>
              <a:rPr lang="ko-KR" altLang="en-US" b="1" smtClean="0">
                <a:solidFill>
                  <a:schemeClr val="tx1"/>
                </a:solidFill>
              </a:rPr>
              <a:t>화 오후 한시반 </a:t>
            </a:r>
            <a:r>
              <a:rPr lang="en-US" altLang="ko-KR" b="1" dirty="0" smtClean="0">
                <a:solidFill>
                  <a:schemeClr val="tx1"/>
                </a:solidFill>
              </a:rPr>
              <a:t>2</a:t>
            </a:r>
            <a:r>
              <a:rPr lang="ko-KR" altLang="en-US" b="1" smtClean="0">
                <a:solidFill>
                  <a:schemeClr val="tx1"/>
                </a:solidFill>
              </a:rPr>
              <a:t>차 데모</a:t>
            </a:r>
            <a:endParaRPr lang="en-US" altLang="ko-KR" b="1" dirty="0" smtClean="0">
              <a:solidFill>
                <a:schemeClr val="tx1"/>
              </a:solidFill>
            </a:endParaRP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altLang="ko-KR" b="1" dirty="0" smtClean="0">
                <a:solidFill>
                  <a:schemeClr val="tx1"/>
                </a:solidFill>
              </a:rPr>
              <a:t>4/22 </a:t>
            </a:r>
            <a:r>
              <a:rPr lang="ko-KR" altLang="en-US" b="1" smtClean="0">
                <a:solidFill>
                  <a:schemeClr val="tx1"/>
                </a:solidFill>
              </a:rPr>
              <a:t>수 오후 한시반 </a:t>
            </a:r>
            <a:r>
              <a:rPr lang="en-US" altLang="ko-KR" b="1" dirty="0" smtClean="0">
                <a:solidFill>
                  <a:schemeClr val="tx1"/>
                </a:solidFill>
              </a:rPr>
              <a:t>3</a:t>
            </a:r>
            <a:r>
              <a:rPr lang="ko-KR" altLang="en-US" b="1" smtClean="0">
                <a:solidFill>
                  <a:schemeClr val="tx1"/>
                </a:solidFill>
              </a:rPr>
              <a:t>차 데모</a:t>
            </a:r>
            <a:endParaRPr lang="en-US" altLang="ko-KR" b="1" dirty="0" smtClean="0">
              <a:solidFill>
                <a:schemeClr val="tx1"/>
              </a:solidFill>
            </a:endParaRP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altLang="ko-KR" b="1" dirty="0" smtClean="0">
                <a:solidFill>
                  <a:schemeClr val="tx1"/>
                </a:solidFill>
              </a:rPr>
              <a:t>4/23 </a:t>
            </a:r>
            <a:r>
              <a:rPr lang="ko-KR" altLang="en-US" b="1" smtClean="0">
                <a:solidFill>
                  <a:schemeClr val="tx1"/>
                </a:solidFill>
              </a:rPr>
              <a:t>목 오후 한시반 최종 발표</a:t>
            </a:r>
            <a:r>
              <a:rPr lang="en-US" altLang="ko-KR" b="1" dirty="0" smtClean="0">
                <a:solidFill>
                  <a:schemeClr val="tx1"/>
                </a:solidFill>
              </a:rPr>
              <a:t>, </a:t>
            </a:r>
            <a:r>
              <a:rPr lang="ko-KR" altLang="en-US" b="1" smtClean="0">
                <a:solidFill>
                  <a:schemeClr val="tx1"/>
                </a:solidFill>
              </a:rPr>
              <a:t>세시반 반별 전시회</a:t>
            </a:r>
            <a:endParaRPr lang="en-US" altLang="ko-KR" b="1" dirty="0" smtClean="0">
              <a:solidFill>
                <a:schemeClr val="tx1"/>
              </a:solidFill>
            </a:endParaRPr>
          </a:p>
        </p:txBody>
      </p:sp>
      <p:grpSp>
        <p:nvGrpSpPr>
          <p:cNvPr id="20" name="그룹 19"/>
          <p:cNvGrpSpPr/>
          <p:nvPr/>
        </p:nvGrpSpPr>
        <p:grpSpPr>
          <a:xfrm>
            <a:off x="1965916" y="5764804"/>
            <a:ext cx="4655366" cy="3357592"/>
            <a:chOff x="11739591" y="2631786"/>
            <a:chExt cx="4655366" cy="3357592"/>
          </a:xfrm>
        </p:grpSpPr>
        <p:sp>
          <p:nvSpPr>
            <p:cNvPr id="11" name="직사각형 10"/>
            <p:cNvSpPr/>
            <p:nvPr/>
          </p:nvSpPr>
          <p:spPr>
            <a:xfrm>
              <a:off x="12635344" y="3056708"/>
              <a:ext cx="3759613" cy="292608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b="1"/>
            </a:p>
          </p:txBody>
        </p:sp>
        <p:cxnSp>
          <p:nvCxnSpPr>
            <p:cNvPr id="12" name="직선 연결선 11"/>
            <p:cNvCxnSpPr/>
            <p:nvPr/>
          </p:nvCxnSpPr>
          <p:spPr>
            <a:xfrm>
              <a:off x="14435529" y="4513217"/>
              <a:ext cx="0" cy="1476161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/>
            <p:cNvCxnSpPr>
              <a:stCxn id="11" idx="3"/>
              <a:endCxn id="11" idx="1"/>
            </p:cNvCxnSpPr>
            <p:nvPr/>
          </p:nvCxnSpPr>
          <p:spPr>
            <a:xfrm flipH="1">
              <a:off x="12635344" y="4519748"/>
              <a:ext cx="3759613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6"/>
            <p:cNvSpPr txBox="1"/>
            <p:nvPr/>
          </p:nvSpPr>
          <p:spPr>
            <a:xfrm>
              <a:off x="11849395" y="2631786"/>
              <a:ext cx="14189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/>
                <a:t>화면 </a:t>
              </a:r>
              <a:r>
                <a:rPr lang="en-US" altLang="ko-KR" b="1" dirty="0" smtClean="0"/>
                <a:t>UI </a:t>
              </a:r>
              <a:r>
                <a:rPr lang="ko-KR" altLang="en-US" b="1" smtClean="0"/>
                <a:t>구성</a:t>
              </a:r>
              <a:endParaRPr lang="ko-KR" altLang="en-US" b="1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2729613" y="3151052"/>
              <a:ext cx="119455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 b="1" dirty="0" smtClean="0"/>
                <a:t>출제자</a:t>
              </a:r>
              <a:r>
                <a:rPr lang="en-US" altLang="ko-KR" sz="1400" b="1" dirty="0"/>
                <a:t>(</a:t>
              </a:r>
              <a:r>
                <a:rPr lang="ko-KR" altLang="en-US" sz="1400" b="1" smtClean="0"/>
                <a:t>점수</a:t>
              </a:r>
              <a:r>
                <a:rPr lang="en-US" altLang="ko-KR" sz="1400" b="1" dirty="0" smtClean="0"/>
                <a:t>)</a:t>
              </a:r>
              <a:endParaRPr lang="ko-KR" altLang="en-US" sz="1400" b="1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2729613" y="4588179"/>
              <a:ext cx="13660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 b="1" dirty="0" smtClean="0"/>
                <a:t>참가자 </a:t>
              </a:r>
              <a:r>
                <a:rPr lang="en-US" altLang="ko-KR" sz="1400" b="1" dirty="0" smtClean="0"/>
                <a:t>1</a:t>
              </a:r>
              <a:r>
                <a:rPr lang="en-US" altLang="ko-KR" sz="1400" b="1" dirty="0"/>
                <a:t> (</a:t>
              </a:r>
              <a:r>
                <a:rPr lang="ko-KR" altLang="en-US" sz="1400" b="1"/>
                <a:t>점수</a:t>
              </a:r>
              <a:r>
                <a:rPr lang="en-US" altLang="ko-KR" sz="1400" b="1" dirty="0"/>
                <a:t>)</a:t>
              </a:r>
              <a:endParaRPr lang="ko-KR" altLang="en-US" sz="1400" b="1" dirty="0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14529799" y="4569839"/>
              <a:ext cx="13660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 b="1" dirty="0" smtClean="0"/>
                <a:t>참가자 </a:t>
              </a:r>
              <a:r>
                <a:rPr lang="en-US" altLang="ko-KR" sz="1400" b="1" dirty="0" smtClean="0"/>
                <a:t>2 </a:t>
              </a:r>
              <a:r>
                <a:rPr lang="en-US" altLang="ko-KR" sz="1400" b="1" dirty="0"/>
                <a:t>(</a:t>
              </a:r>
              <a:r>
                <a:rPr lang="ko-KR" altLang="en-US" sz="1400" b="1"/>
                <a:t>점수</a:t>
              </a:r>
              <a:r>
                <a:rPr lang="en-US" altLang="ko-KR" sz="1400" b="1" dirty="0"/>
                <a:t>)</a:t>
              </a:r>
              <a:endParaRPr lang="ko-KR" altLang="en-US" sz="1400" b="1" dirty="0"/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11758716" y="3056709"/>
              <a:ext cx="876627" cy="292608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b="1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11739591" y="3151052"/>
              <a:ext cx="94288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 b="1" dirty="0" smtClean="0"/>
                <a:t>남은 시간</a:t>
              </a:r>
              <a:endParaRPr lang="ko-KR" altLang="en-US" sz="1400" b="1" dirty="0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1849396" y="4056313"/>
              <a:ext cx="72327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 b="1" dirty="0" smtClean="0"/>
                <a:t>라운드</a:t>
              </a:r>
              <a:endParaRPr lang="ko-KR" altLang="en-US" sz="1400" b="1" dirty="0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11849395" y="5023380"/>
              <a:ext cx="72327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 b="1" dirty="0" smtClean="0"/>
                <a:t>캐릭터</a:t>
              </a:r>
              <a:endParaRPr lang="ko-KR" altLang="en-US" sz="14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753764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 smtClean="0"/>
              <a:t>프로젝트 주제 </a:t>
            </a:r>
            <a:r>
              <a:rPr lang="en-US" altLang="ko-KR" dirty="0"/>
              <a:t>: </a:t>
            </a:r>
            <a:r>
              <a:rPr lang="ko-KR" altLang="en-US"/>
              <a:t>캐치 마인드</a:t>
            </a:r>
          </a:p>
          <a:p>
            <a:pPr lvl="1"/>
            <a:r>
              <a:rPr lang="ko-KR" altLang="en-US" dirty="0"/>
              <a:t>필요 인원 </a:t>
            </a:r>
            <a:r>
              <a:rPr lang="en-US" altLang="ko-KR" dirty="0"/>
              <a:t>3</a:t>
            </a:r>
            <a:r>
              <a:rPr lang="ko-KR" altLang="en-US"/>
              <a:t>명 </a:t>
            </a:r>
            <a:r>
              <a:rPr lang="en-US" altLang="ko-KR" dirty="0"/>
              <a:t>(1</a:t>
            </a:r>
            <a:r>
              <a:rPr lang="ko-KR" altLang="en-US"/>
              <a:t>명 출제자</a:t>
            </a:r>
            <a:r>
              <a:rPr lang="en-US" altLang="ko-KR" dirty="0"/>
              <a:t>, 2</a:t>
            </a:r>
            <a:r>
              <a:rPr lang="ko-KR" altLang="en-US"/>
              <a:t>명 참가자</a:t>
            </a:r>
            <a:r>
              <a:rPr lang="en-US" altLang="ko-KR" dirty="0" smtClean="0"/>
              <a:t>)</a:t>
            </a:r>
            <a:endParaRPr lang="en-US" altLang="ko-KR" dirty="0"/>
          </a:p>
          <a:p>
            <a:endParaRPr lang="en-US" altLang="ko-KR" dirty="0" smtClean="0"/>
          </a:p>
          <a:p>
            <a:r>
              <a:rPr lang="ko-KR" altLang="en-US" dirty="0" smtClean="0"/>
              <a:t>게임 </a:t>
            </a:r>
            <a:r>
              <a:rPr lang="ko-KR" altLang="en-US" dirty="0"/>
              <a:t>방식</a:t>
            </a:r>
          </a:p>
          <a:p>
            <a:pPr lvl="1"/>
            <a:r>
              <a:rPr lang="ko-KR" altLang="en-US" dirty="0" smtClean="0"/>
              <a:t>출제자는 분야</a:t>
            </a:r>
            <a:r>
              <a:rPr lang="en-US" altLang="ko-KR" dirty="0" smtClean="0"/>
              <a:t>&gt;</a:t>
            </a:r>
            <a:r>
              <a:rPr lang="ko-KR" altLang="en-US"/>
              <a:t>주제어 순서로 </a:t>
            </a:r>
            <a:r>
              <a:rPr lang="ko-KR" altLang="en-US" smtClean="0"/>
              <a:t>선택</a:t>
            </a:r>
            <a:endParaRPr lang="en-US" altLang="ko-KR" dirty="0" smtClean="0"/>
          </a:p>
          <a:p>
            <a:pPr lvl="2"/>
            <a:r>
              <a:rPr lang="ko-KR" altLang="en-US" dirty="0" smtClean="0"/>
              <a:t>각 </a:t>
            </a:r>
            <a:r>
              <a:rPr lang="ko-KR" altLang="en-US" dirty="0"/>
              <a:t>계층 별 </a:t>
            </a:r>
            <a:r>
              <a:rPr lang="en-US" altLang="ko-KR" dirty="0"/>
              <a:t>4</a:t>
            </a:r>
            <a:r>
              <a:rPr lang="ko-KR" altLang="en-US"/>
              <a:t>개씩 랜덤</a:t>
            </a:r>
          </a:p>
          <a:p>
            <a:pPr lvl="1"/>
            <a:r>
              <a:rPr lang="ko-KR" altLang="en-US" dirty="0"/>
              <a:t>출제자가 그림 그리기 </a:t>
            </a:r>
            <a:r>
              <a:rPr lang="ko-KR" altLang="en-US" dirty="0" smtClean="0"/>
              <a:t>시작</a:t>
            </a:r>
            <a:endParaRPr lang="en-US" altLang="ko-KR" dirty="0"/>
          </a:p>
          <a:p>
            <a:pPr lvl="1"/>
            <a:r>
              <a:rPr lang="ko-KR" altLang="en-US" dirty="0" smtClean="0"/>
              <a:t>참가자는 </a:t>
            </a:r>
            <a:r>
              <a:rPr lang="ko-KR" altLang="en-US" dirty="0"/>
              <a:t>정답을 자신의 화면에 </a:t>
            </a:r>
            <a:r>
              <a:rPr lang="ko-KR" altLang="en-US" dirty="0" smtClean="0"/>
              <a:t>글씨로 작성하여 </a:t>
            </a:r>
            <a:r>
              <a:rPr lang="ko-KR" altLang="en-US" dirty="0"/>
              <a:t>제출</a:t>
            </a:r>
          </a:p>
          <a:p>
            <a:pPr lvl="1"/>
            <a:r>
              <a:rPr lang="ko-KR" altLang="en-US" dirty="0" smtClean="0"/>
              <a:t>출제자는 </a:t>
            </a:r>
            <a:r>
              <a:rPr lang="ko-KR" altLang="en-US" dirty="0"/>
              <a:t>확인 후 </a:t>
            </a:r>
            <a:r>
              <a:rPr lang="ko-KR" altLang="en-US" dirty="0" smtClean="0"/>
              <a:t>정답</a:t>
            </a:r>
            <a:r>
              <a:rPr lang="en-US" altLang="ko-KR" dirty="0" smtClean="0"/>
              <a:t>/</a:t>
            </a:r>
            <a:r>
              <a:rPr lang="ko-KR" altLang="en-US" smtClean="0"/>
              <a:t>오답 </a:t>
            </a:r>
            <a:r>
              <a:rPr lang="ko-KR" altLang="en-US" dirty="0"/>
              <a:t>판단</a:t>
            </a:r>
          </a:p>
          <a:p>
            <a:pPr lvl="1"/>
            <a:r>
              <a:rPr lang="ko-KR" altLang="en-US" dirty="0" smtClean="0"/>
              <a:t>정답 시 맞춘 </a:t>
            </a:r>
            <a:r>
              <a:rPr lang="ko-KR" altLang="en-US" dirty="0"/>
              <a:t>사람이 출제자가 되고</a:t>
            </a:r>
            <a:r>
              <a:rPr lang="en-US" altLang="ko-KR" dirty="0"/>
              <a:t>, 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ko-KR" altLang="en-US" smtClean="0"/>
              <a:t>다시 </a:t>
            </a:r>
            <a:r>
              <a:rPr lang="ko-KR" altLang="en-US"/>
              <a:t>주제어 선택 화면으로 전환</a:t>
            </a:r>
          </a:p>
          <a:p>
            <a:pPr lvl="1"/>
            <a:r>
              <a:rPr lang="ko-KR" altLang="en-US" dirty="0"/>
              <a:t>다음 라운드 </a:t>
            </a:r>
            <a:r>
              <a:rPr lang="ko-KR" altLang="en-US" dirty="0" smtClean="0"/>
              <a:t>시작</a:t>
            </a:r>
            <a:endParaRPr lang="en-US" altLang="ko-KR" dirty="0" smtClean="0"/>
          </a:p>
          <a:p>
            <a:pPr lvl="1"/>
            <a:endParaRPr lang="en-US" altLang="ko-KR" dirty="0"/>
          </a:p>
          <a:p>
            <a:r>
              <a:rPr lang="ko-KR" altLang="en-US" dirty="0" smtClean="0"/>
              <a:t>점수 획득 방법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문제를 맞춘 참가자는 </a:t>
            </a:r>
            <a:r>
              <a:rPr lang="en-US" altLang="ko-KR" dirty="0" smtClean="0"/>
              <a:t>OO</a:t>
            </a:r>
            <a:r>
              <a:rPr lang="ko-KR" altLang="en-US" smtClean="0"/>
              <a:t>점의 점수 획득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1</a:t>
            </a:r>
            <a:r>
              <a:rPr lang="ko-KR" altLang="en-US" smtClean="0"/>
              <a:t>분의 그림 그리기 제한 시간동안 맞춘 사람이 있는 경우에는 출제자 </a:t>
            </a:r>
            <a:r>
              <a:rPr lang="en-US" altLang="ko-KR" dirty="0" smtClean="0"/>
              <a:t>OO</a:t>
            </a:r>
            <a:r>
              <a:rPr lang="ko-KR" altLang="en-US" smtClean="0"/>
              <a:t>점 획득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맞춘 사람이 없는 경우에는 출제자 </a:t>
            </a:r>
            <a:r>
              <a:rPr lang="en-US" altLang="ko-KR" dirty="0" smtClean="0"/>
              <a:t>OO</a:t>
            </a:r>
            <a:r>
              <a:rPr lang="ko-KR" altLang="en-US" smtClean="0"/>
              <a:t>점 감점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5</a:t>
            </a:r>
            <a:r>
              <a:rPr lang="ko-KR" altLang="en-US" smtClean="0"/>
              <a:t>라운드 이후 각 인원 점수를 합산하여 </a:t>
            </a:r>
            <a:r>
              <a:rPr lang="en-US" altLang="ko-KR" dirty="0" smtClean="0"/>
              <a:t>1~3</a:t>
            </a:r>
            <a:r>
              <a:rPr lang="ko-KR" altLang="en-US" smtClean="0"/>
              <a:t>등 표시</a:t>
            </a:r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244862" y="238662"/>
            <a:ext cx="141906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400" b="1" dirty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1. </a:t>
            </a:r>
            <a:r>
              <a:rPr lang="ko-KR" altLang="en-US" sz="5400" b="1" dirty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주제 및 결과 요약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0081" y="1767433"/>
            <a:ext cx="8684419" cy="4884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9835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244862" y="238662"/>
            <a:ext cx="141906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400" b="1" dirty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2. </a:t>
            </a:r>
            <a:r>
              <a:rPr lang="ko-KR" altLang="en-US" sz="5400" b="1" dirty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개발 목표 및 개발 결과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884420" y="2488367"/>
            <a:ext cx="11092721" cy="2548328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buFontTx/>
              <a:buChar char="-"/>
            </a:pPr>
            <a:r>
              <a:rPr lang="ko-KR" altLang="en-US" sz="3200" b="1" dirty="0">
                <a:solidFill>
                  <a:schemeClr val="tx1"/>
                </a:solidFill>
              </a:rPr>
              <a:t>처음 기획한 개발 목표</a:t>
            </a:r>
            <a:endParaRPr lang="en-US" altLang="ko-KR" sz="3200" b="1" dirty="0">
              <a:solidFill>
                <a:schemeClr val="tx1"/>
              </a:solidFill>
            </a:endParaRPr>
          </a:p>
          <a:p>
            <a:pPr marL="457200" indent="-457200">
              <a:buFontTx/>
              <a:buChar char="-"/>
            </a:pPr>
            <a:r>
              <a:rPr lang="ko-KR" altLang="en-US" sz="3200" b="1" dirty="0">
                <a:solidFill>
                  <a:schemeClr val="tx1"/>
                </a:solidFill>
              </a:rPr>
              <a:t>실제 개발 결과 소개</a:t>
            </a:r>
            <a:endParaRPr lang="en-US" altLang="ko-KR" sz="3200" b="1" dirty="0">
              <a:solidFill>
                <a:schemeClr val="tx1"/>
              </a:solidFill>
            </a:endParaRPr>
          </a:p>
          <a:p>
            <a:pPr marL="457200" indent="-457200">
              <a:buFontTx/>
              <a:buChar char="-"/>
            </a:pPr>
            <a:r>
              <a:rPr lang="ko-KR" altLang="en-US" sz="3200" b="1" dirty="0">
                <a:solidFill>
                  <a:schemeClr val="tx1"/>
                </a:solidFill>
              </a:rPr>
              <a:t>가급적 결과 내용을 상세히 기술</a:t>
            </a:r>
            <a:endParaRPr lang="en-US" altLang="ko-KR" sz="3200" b="1" dirty="0">
              <a:solidFill>
                <a:schemeClr val="tx1"/>
              </a:solidFill>
            </a:endParaRPr>
          </a:p>
          <a:p>
            <a:pPr marL="457200" indent="-457200">
              <a:buFontTx/>
              <a:buChar char="-"/>
            </a:pPr>
            <a:r>
              <a:rPr lang="ko-KR" altLang="en-US" sz="3200" b="1" dirty="0">
                <a:solidFill>
                  <a:schemeClr val="tx1"/>
                </a:solidFill>
              </a:rPr>
              <a:t>페이지 수 무관</a:t>
            </a:r>
          </a:p>
        </p:txBody>
      </p:sp>
    </p:spTree>
    <p:extLst>
      <p:ext uri="{BB962C8B-B14F-4D97-AF65-F5344CB8AC3E}">
        <p14:creationId xmlns:p14="http://schemas.microsoft.com/office/powerpoint/2010/main" val="16085284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 smtClean="0"/>
              <a:t>다중 클라이언트 실시간 </a:t>
            </a:r>
            <a:r>
              <a:rPr lang="en-US" altLang="ko-KR" dirty="0" smtClean="0"/>
              <a:t>UDP </a:t>
            </a:r>
            <a:r>
              <a:rPr lang="ko-KR" altLang="en-US" smtClean="0"/>
              <a:t>통신</a:t>
            </a:r>
            <a:endParaRPr lang="en-US" altLang="ko-KR" dirty="0" smtClean="0"/>
          </a:p>
          <a:p>
            <a:r>
              <a:rPr lang="ko-KR" altLang="en-US" dirty="0" smtClean="0"/>
              <a:t>출제자와 참가자 화면 동기화</a:t>
            </a:r>
            <a:endParaRPr lang="en-US" altLang="ko-KR" dirty="0" smtClean="0"/>
          </a:p>
          <a:p>
            <a:endParaRPr lang="en-US" altLang="ko-KR" dirty="0" smtClean="0"/>
          </a:p>
          <a:p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244862" y="238662"/>
            <a:ext cx="141906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400" b="1" dirty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3. </a:t>
            </a:r>
            <a:r>
              <a:rPr lang="ko-KR" altLang="en-US" sz="5400" b="1" dirty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핵심 기술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-690380" y="7570611"/>
            <a:ext cx="11092721" cy="218856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buFontTx/>
              <a:buChar char="-"/>
            </a:pPr>
            <a:r>
              <a:rPr lang="ko-KR" altLang="en-US" sz="3200" b="1" dirty="0">
                <a:solidFill>
                  <a:schemeClr val="tx1"/>
                </a:solidFill>
              </a:rPr>
              <a:t>개발에 사용된 가장 핵심적으로 구현된 기술 소개</a:t>
            </a:r>
            <a:endParaRPr lang="en-US" altLang="ko-KR" sz="3200" b="1" dirty="0">
              <a:solidFill>
                <a:schemeClr val="tx1"/>
              </a:solidFill>
            </a:endParaRPr>
          </a:p>
          <a:p>
            <a:pPr marL="457200" indent="-457200">
              <a:buFontTx/>
              <a:buChar char="-"/>
            </a:pPr>
            <a:r>
              <a:rPr lang="ko-KR" altLang="en-US" sz="3200" b="1" dirty="0">
                <a:solidFill>
                  <a:schemeClr val="tx1"/>
                </a:solidFill>
              </a:rPr>
              <a:t>기술 내용 또는 소스코드 등 다양한 방법으로 핵심을 소개</a:t>
            </a:r>
            <a:endParaRPr lang="en-US" altLang="ko-KR" sz="3200" b="1" dirty="0">
              <a:solidFill>
                <a:schemeClr val="tx1"/>
              </a:solidFill>
            </a:endParaRPr>
          </a:p>
          <a:p>
            <a:pPr marL="457200" indent="-457200">
              <a:buFontTx/>
              <a:buChar char="-"/>
            </a:pPr>
            <a:r>
              <a:rPr lang="ko-KR" altLang="en-US" sz="3200" b="1" dirty="0">
                <a:solidFill>
                  <a:schemeClr val="tx1"/>
                </a:solidFill>
              </a:rPr>
              <a:t>페이지 수 무관</a:t>
            </a:r>
          </a:p>
        </p:txBody>
      </p:sp>
    </p:spTree>
    <p:extLst>
      <p:ext uri="{BB962C8B-B14F-4D97-AF65-F5344CB8AC3E}">
        <p14:creationId xmlns:p14="http://schemas.microsoft.com/office/powerpoint/2010/main" val="31382938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244862" y="238662"/>
            <a:ext cx="141906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400" b="1" dirty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4. </a:t>
            </a:r>
            <a:r>
              <a:rPr lang="ko-KR" altLang="en-US" sz="5400" b="1" dirty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결과 분석 및 기대 효과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884420" y="2488367"/>
            <a:ext cx="11092721" cy="2458388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buFontTx/>
              <a:buChar char="-"/>
            </a:pPr>
            <a:r>
              <a:rPr lang="ko-KR" altLang="en-US" sz="3200" b="1" dirty="0">
                <a:solidFill>
                  <a:schemeClr val="tx1"/>
                </a:solidFill>
              </a:rPr>
              <a:t>결과물에 대한 성능측정 또는 목표달성 여부 등 평가</a:t>
            </a:r>
            <a:endParaRPr lang="en-US" altLang="ko-KR" sz="3200" b="1" dirty="0">
              <a:solidFill>
                <a:schemeClr val="tx1"/>
              </a:solidFill>
            </a:endParaRPr>
          </a:p>
          <a:p>
            <a:pPr marL="457200" indent="-457200">
              <a:buFontTx/>
              <a:buChar char="-"/>
            </a:pPr>
            <a:r>
              <a:rPr lang="ko-KR" altLang="en-US" sz="3200" b="1" dirty="0">
                <a:solidFill>
                  <a:schemeClr val="tx1"/>
                </a:solidFill>
              </a:rPr>
              <a:t>성능이 낮을 경우 원인 분석 및 개선책 검토 기록</a:t>
            </a:r>
            <a:endParaRPr lang="en-US" altLang="ko-KR" sz="3200" b="1" dirty="0">
              <a:solidFill>
                <a:schemeClr val="tx1"/>
              </a:solidFill>
            </a:endParaRPr>
          </a:p>
          <a:p>
            <a:pPr marL="457200" indent="-457200">
              <a:buFontTx/>
              <a:buChar char="-"/>
            </a:pPr>
            <a:r>
              <a:rPr lang="ko-KR" altLang="en-US" sz="3200" b="1" dirty="0">
                <a:solidFill>
                  <a:schemeClr val="tx1"/>
                </a:solidFill>
              </a:rPr>
              <a:t>성능이 만족했을 경우 향후 활용 가능한 기대효과 기록</a:t>
            </a:r>
            <a:endParaRPr lang="en-US" altLang="ko-KR" sz="3200" b="1" dirty="0">
              <a:solidFill>
                <a:schemeClr val="tx1"/>
              </a:solidFill>
            </a:endParaRPr>
          </a:p>
          <a:p>
            <a:pPr marL="457200" indent="-457200">
              <a:buFontTx/>
              <a:buChar char="-"/>
            </a:pPr>
            <a:r>
              <a:rPr lang="ko-KR" altLang="en-US" sz="3200" b="1" dirty="0">
                <a:solidFill>
                  <a:schemeClr val="tx1"/>
                </a:solidFill>
              </a:rPr>
              <a:t>가급적 </a:t>
            </a:r>
            <a:r>
              <a:rPr lang="en-US" altLang="ko-KR" sz="3200" b="1" dirty="0">
                <a:solidFill>
                  <a:schemeClr val="tx1"/>
                </a:solidFill>
              </a:rPr>
              <a:t>1 </a:t>
            </a:r>
            <a:r>
              <a:rPr lang="ko-KR" altLang="en-US" sz="3200" b="1" dirty="0">
                <a:solidFill>
                  <a:schemeClr val="tx1"/>
                </a:solidFill>
              </a:rPr>
              <a:t>페이지로 정리</a:t>
            </a:r>
          </a:p>
        </p:txBody>
      </p:sp>
    </p:spTree>
    <p:extLst>
      <p:ext uri="{BB962C8B-B14F-4D97-AF65-F5344CB8AC3E}">
        <p14:creationId xmlns:p14="http://schemas.microsoft.com/office/powerpoint/2010/main" val="4422903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244862" y="238662"/>
            <a:ext cx="141906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400" b="1" dirty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5. </a:t>
            </a:r>
            <a:r>
              <a:rPr lang="ko-KR" altLang="en-US" sz="5400" b="1" dirty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향후 연구 과제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884420" y="2488367"/>
            <a:ext cx="11092721" cy="179882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buFontTx/>
              <a:buChar char="-"/>
            </a:pPr>
            <a:r>
              <a:rPr lang="ko-KR" altLang="en-US" sz="3200" b="1" dirty="0">
                <a:solidFill>
                  <a:schemeClr val="tx1"/>
                </a:solidFill>
              </a:rPr>
              <a:t>개발 결과물의 추후 개선점</a:t>
            </a:r>
            <a:r>
              <a:rPr lang="en-US" altLang="ko-KR" sz="3200" b="1" dirty="0">
                <a:solidFill>
                  <a:schemeClr val="tx1"/>
                </a:solidFill>
              </a:rPr>
              <a:t>, </a:t>
            </a:r>
            <a:r>
              <a:rPr lang="ko-KR" altLang="en-US" sz="3200" b="1" dirty="0">
                <a:solidFill>
                  <a:schemeClr val="tx1"/>
                </a:solidFill>
              </a:rPr>
              <a:t>후속 개발 주제 등에 대한 내용</a:t>
            </a:r>
            <a:endParaRPr lang="en-US" altLang="ko-KR" sz="3200" b="1" dirty="0">
              <a:solidFill>
                <a:schemeClr val="tx1"/>
              </a:solidFill>
            </a:endParaRPr>
          </a:p>
          <a:p>
            <a:pPr marL="457200" indent="-457200">
              <a:buFontTx/>
              <a:buChar char="-"/>
            </a:pPr>
            <a:r>
              <a:rPr lang="ko-KR" altLang="en-US" sz="3200" b="1" dirty="0">
                <a:solidFill>
                  <a:schemeClr val="tx1"/>
                </a:solidFill>
              </a:rPr>
              <a:t>가급적 </a:t>
            </a:r>
            <a:r>
              <a:rPr lang="en-US" altLang="ko-KR" sz="3200" b="1" dirty="0">
                <a:solidFill>
                  <a:schemeClr val="tx1"/>
                </a:solidFill>
              </a:rPr>
              <a:t>1</a:t>
            </a:r>
            <a:r>
              <a:rPr lang="ko-KR" altLang="en-US" sz="3200" b="1" dirty="0">
                <a:solidFill>
                  <a:schemeClr val="tx1"/>
                </a:solidFill>
              </a:rPr>
              <a:t>페이지로 요약</a:t>
            </a:r>
          </a:p>
        </p:txBody>
      </p:sp>
    </p:spTree>
    <p:extLst>
      <p:ext uri="{BB962C8B-B14F-4D97-AF65-F5344CB8AC3E}">
        <p14:creationId xmlns:p14="http://schemas.microsoft.com/office/powerpoint/2010/main" val="29988464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244862" y="238662"/>
            <a:ext cx="141906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400" b="1" dirty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6. </a:t>
            </a:r>
            <a:r>
              <a:rPr lang="ko-KR" altLang="en-US" sz="5400" b="1" dirty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프로젝트 수행 후기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884420" y="2488367"/>
            <a:ext cx="11092721" cy="220355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buFontTx/>
              <a:buChar char="-"/>
            </a:pPr>
            <a:r>
              <a:rPr lang="ko-KR" altLang="en-US" sz="3200" b="1" dirty="0">
                <a:solidFill>
                  <a:schemeClr val="tx1"/>
                </a:solidFill>
              </a:rPr>
              <a:t>프로젝트 수행에 따른 </a:t>
            </a:r>
            <a:r>
              <a:rPr lang="ko-KR" altLang="en-US" sz="3200" b="1" dirty="0" err="1">
                <a:solidFill>
                  <a:schemeClr val="tx1"/>
                </a:solidFill>
              </a:rPr>
              <a:t>느낀점</a:t>
            </a:r>
            <a:endParaRPr lang="en-US" altLang="ko-KR" sz="3200" b="1" dirty="0">
              <a:solidFill>
                <a:schemeClr val="tx1"/>
              </a:solidFill>
            </a:endParaRPr>
          </a:p>
          <a:p>
            <a:pPr marL="457200" indent="-457200">
              <a:buFontTx/>
              <a:buChar char="-"/>
            </a:pPr>
            <a:r>
              <a:rPr lang="ko-KR" altLang="en-US" sz="3200" b="1" dirty="0" err="1">
                <a:solidFill>
                  <a:schemeClr val="tx1"/>
                </a:solidFill>
              </a:rPr>
              <a:t>개발중</a:t>
            </a:r>
            <a:r>
              <a:rPr lang="ko-KR" altLang="en-US" sz="3200" b="1" dirty="0">
                <a:solidFill>
                  <a:schemeClr val="tx1"/>
                </a:solidFill>
              </a:rPr>
              <a:t> 어려웠던 점 그리고 이를 극복한 사연 등</a:t>
            </a:r>
            <a:endParaRPr lang="en-US" altLang="ko-KR" sz="3200" b="1" dirty="0">
              <a:solidFill>
                <a:schemeClr val="tx1"/>
              </a:solidFill>
            </a:endParaRPr>
          </a:p>
          <a:p>
            <a:pPr marL="457200" indent="-457200">
              <a:buFontTx/>
              <a:buChar char="-"/>
            </a:pPr>
            <a:r>
              <a:rPr lang="ko-KR" altLang="en-US" sz="3200" b="1" dirty="0">
                <a:solidFill>
                  <a:schemeClr val="tx1"/>
                </a:solidFill>
              </a:rPr>
              <a:t>교육과 프로젝트를 마무리한 소회 등</a:t>
            </a:r>
            <a:r>
              <a:rPr lang="en-US" altLang="ko-KR" sz="3200" b="1" dirty="0">
                <a:solidFill>
                  <a:schemeClr val="tx1"/>
                </a:solidFill>
              </a:rPr>
              <a:t>… 1</a:t>
            </a:r>
            <a:r>
              <a:rPr lang="ko-KR" altLang="en-US" sz="3200" b="1" dirty="0">
                <a:solidFill>
                  <a:schemeClr val="tx1"/>
                </a:solidFill>
              </a:rPr>
              <a:t>페이지로 정리 </a:t>
            </a:r>
          </a:p>
        </p:txBody>
      </p:sp>
    </p:spTree>
    <p:extLst>
      <p:ext uri="{BB962C8B-B14F-4D97-AF65-F5344CB8AC3E}">
        <p14:creationId xmlns:p14="http://schemas.microsoft.com/office/powerpoint/2010/main" val="6936540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altLang="ko-KR" sz="19900" dirty="0" smtClean="0"/>
              <a:t>APPENDIX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01129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>
          <a:xfrm>
            <a:off x="393700" y="177800"/>
            <a:ext cx="16560800" cy="9525000"/>
          </a:xfrm>
          <a:solidFill>
            <a:schemeClr val="bg1"/>
          </a:solidFill>
        </p:spPr>
        <p:txBody>
          <a:bodyPr/>
          <a:lstStyle/>
          <a:p>
            <a:r>
              <a:rPr lang="en-US" altLang="ko-KR" sz="1400" dirty="0"/>
              <a:t>===================================</a:t>
            </a:r>
          </a:p>
          <a:p>
            <a:r>
              <a:rPr lang="en-US" altLang="ko-KR" sz="1400" dirty="0"/>
              <a:t>MAC </a:t>
            </a:r>
            <a:r>
              <a:rPr lang="ko-KR" altLang="en-US" sz="1400"/>
              <a:t>주소 변경 방법</a:t>
            </a:r>
          </a:p>
          <a:p>
            <a:r>
              <a:rPr lang="en-US" altLang="ko-KR" sz="1400" dirty="0"/>
              <a:t>===================================</a:t>
            </a:r>
          </a:p>
          <a:p>
            <a:r>
              <a:rPr lang="en-US" altLang="ko-KR" sz="1400" dirty="0"/>
              <a:t>1. MAC </a:t>
            </a:r>
            <a:r>
              <a:rPr lang="ko-KR" altLang="en-US" sz="1400"/>
              <a:t>주소란 이더넷 장치의 하드웨어 주소임 </a:t>
            </a:r>
            <a:r>
              <a:rPr lang="en-US" altLang="ko-KR" sz="1400" dirty="0"/>
              <a:t>-&gt; </a:t>
            </a:r>
            <a:r>
              <a:rPr lang="ko-KR" altLang="en-US" sz="1400"/>
              <a:t>동일한 네트워크에서는 </a:t>
            </a:r>
            <a:r>
              <a:rPr lang="en-US" altLang="ko-KR" sz="1400" dirty="0"/>
              <a:t>IP </a:t>
            </a:r>
            <a:r>
              <a:rPr lang="ko-KR" altLang="en-US" sz="1400"/>
              <a:t>주소가 아니라 </a:t>
            </a:r>
            <a:r>
              <a:rPr lang="en-US" altLang="ko-KR" sz="1400" dirty="0"/>
              <a:t>MAC </a:t>
            </a:r>
            <a:r>
              <a:rPr lang="ko-KR" altLang="en-US" sz="1400"/>
              <a:t>주소를 이용하여 통신이 이루어짐</a:t>
            </a:r>
          </a:p>
          <a:p>
            <a:r>
              <a:rPr lang="en-US" altLang="ko-KR" sz="1400" dirty="0"/>
              <a:t>2. WT2837</a:t>
            </a:r>
            <a:r>
              <a:rPr lang="ko-KR" altLang="en-US" sz="1400"/>
              <a:t>은 </a:t>
            </a:r>
            <a:r>
              <a:rPr lang="en-US" altLang="ko-KR" sz="1400" dirty="0"/>
              <a:t>U-Boot</a:t>
            </a:r>
            <a:r>
              <a:rPr lang="ko-KR" altLang="en-US" sz="1400"/>
              <a:t>의 환경변수 </a:t>
            </a:r>
            <a:r>
              <a:rPr lang="en-US" altLang="ko-KR" sz="1400" dirty="0" err="1"/>
              <a:t>ethaddr</a:t>
            </a:r>
            <a:r>
              <a:rPr lang="ko-KR" altLang="en-US" sz="1400"/>
              <a:t>에 저장된 </a:t>
            </a:r>
            <a:r>
              <a:rPr lang="en-US" altLang="ko-KR" sz="1400" dirty="0"/>
              <a:t>MAC </a:t>
            </a:r>
            <a:r>
              <a:rPr lang="ko-KR" altLang="en-US" sz="1400"/>
              <a:t>주소를 커널이 받아서 사용함</a:t>
            </a:r>
          </a:p>
          <a:p>
            <a:r>
              <a:rPr lang="en-US" altLang="ko-KR" sz="1400" dirty="0"/>
              <a:t>3. </a:t>
            </a:r>
            <a:r>
              <a:rPr lang="ko-KR" altLang="en-US" sz="1400"/>
              <a:t>따라서 현재 커널이 부팅완료된 후 </a:t>
            </a:r>
            <a:r>
              <a:rPr lang="en-US" altLang="ko-KR" sz="1400" dirty="0"/>
              <a:t>MAC </a:t>
            </a:r>
            <a:r>
              <a:rPr lang="ko-KR" altLang="en-US" sz="1400"/>
              <a:t>주소를 보면 다음과 같이 모두 </a:t>
            </a:r>
            <a:r>
              <a:rPr lang="en-US" altLang="ko-KR" sz="1400" dirty="0"/>
              <a:t>B8:27:EB:9D:E5:C8 </a:t>
            </a:r>
            <a:r>
              <a:rPr lang="ko-KR" altLang="en-US" sz="1400"/>
              <a:t>로 되어 있음</a:t>
            </a:r>
          </a:p>
          <a:p>
            <a:endParaRPr lang="ko-KR" altLang="en-US" sz="1400" dirty="0"/>
          </a:p>
          <a:p>
            <a:r>
              <a:rPr lang="en-US" altLang="ko-KR" sz="1400" dirty="0"/>
              <a:t>root@WT2837:~# </a:t>
            </a:r>
            <a:r>
              <a:rPr lang="en-US" altLang="ko-KR" sz="1400" dirty="0" err="1"/>
              <a:t>ifconfig</a:t>
            </a:r>
            <a:r>
              <a:rPr lang="en-US" altLang="ko-KR" sz="1400" dirty="0"/>
              <a:t>                                                         </a:t>
            </a:r>
          </a:p>
          <a:p>
            <a:r>
              <a:rPr lang="en-US" altLang="ko-KR" sz="1400" dirty="0"/>
              <a:t>eth0      Link </a:t>
            </a:r>
            <a:r>
              <a:rPr lang="en-US" altLang="ko-KR" sz="1400" dirty="0" err="1"/>
              <a:t>encap:Ethernet</a:t>
            </a:r>
            <a:r>
              <a:rPr lang="en-US" altLang="ko-KR" sz="1400" dirty="0"/>
              <a:t>  </a:t>
            </a:r>
            <a:r>
              <a:rPr lang="en-US" altLang="ko-KR" sz="1400" dirty="0" err="1"/>
              <a:t>HWaddr</a:t>
            </a:r>
            <a:r>
              <a:rPr lang="en-US" altLang="ko-KR" sz="1400" dirty="0"/>
              <a:t> B8:27:EB:9D:E5:C8                         </a:t>
            </a:r>
          </a:p>
          <a:p>
            <a:r>
              <a:rPr lang="en-US" altLang="ko-KR" sz="1400" dirty="0"/>
              <a:t>          </a:t>
            </a:r>
            <a:r>
              <a:rPr lang="en-US" altLang="ko-KR" sz="1400" dirty="0" err="1"/>
              <a:t>inet</a:t>
            </a:r>
            <a:r>
              <a:rPr lang="en-US" altLang="ko-KR" sz="1400" dirty="0"/>
              <a:t> addr:192.168.10.3  Bcast:0.0.0.0  Mask:255.255.255.0             </a:t>
            </a:r>
          </a:p>
          <a:p>
            <a:r>
              <a:rPr lang="en-US" altLang="ko-KR" sz="1400" dirty="0"/>
              <a:t>          UP BROADCAST RUNNING MULTICAST  MTU:1500  Metric:1                    </a:t>
            </a:r>
          </a:p>
          <a:p>
            <a:r>
              <a:rPr lang="en-US" altLang="ko-KR" sz="1400" dirty="0"/>
              <a:t>          RX packets:37 errors:0 dropped:0 overruns:0 frame:0                   </a:t>
            </a:r>
          </a:p>
          <a:p>
            <a:r>
              <a:rPr lang="en-US" altLang="ko-KR" sz="1400" dirty="0"/>
              <a:t>          TX packets:31 errors:0 dropped:0 overruns:0 carrier:0                 </a:t>
            </a:r>
          </a:p>
          <a:p>
            <a:r>
              <a:rPr lang="en-US" altLang="ko-KR" sz="1400" dirty="0"/>
              <a:t>          collisions:0 txqueuelen:1000                                          </a:t>
            </a:r>
          </a:p>
          <a:p>
            <a:r>
              <a:rPr lang="en-US" altLang="ko-KR" sz="1400" dirty="0"/>
              <a:t>          RX bytes:3710 (3.6 KiB)  TX bytes:3334 (3.2 KiB) </a:t>
            </a:r>
          </a:p>
          <a:p>
            <a:r>
              <a:rPr lang="en-US" altLang="ko-KR" sz="1400" dirty="0"/>
              <a:t>		  </a:t>
            </a:r>
          </a:p>
          <a:p>
            <a:r>
              <a:rPr lang="en-US" altLang="ko-KR" sz="1400" dirty="0"/>
              <a:t>4. </a:t>
            </a:r>
            <a:r>
              <a:rPr lang="ko-KR" altLang="en-US" sz="1400"/>
              <a:t>동일한 네트워크에 있는 보드들의 </a:t>
            </a:r>
            <a:r>
              <a:rPr lang="en-US" altLang="ko-KR" sz="1400" dirty="0"/>
              <a:t>MAC </a:t>
            </a:r>
            <a:r>
              <a:rPr lang="ko-KR" altLang="en-US" sz="1400"/>
              <a:t>주소가 동일하면 통신이 안됨 </a:t>
            </a:r>
            <a:r>
              <a:rPr lang="en-US" altLang="ko-KR" sz="1400" dirty="0"/>
              <a:t>-&gt; </a:t>
            </a:r>
            <a:r>
              <a:rPr lang="ko-KR" altLang="en-US" sz="1400"/>
              <a:t>따라서 보드들의 </a:t>
            </a:r>
            <a:r>
              <a:rPr lang="en-US" altLang="ko-KR" sz="1400" dirty="0"/>
              <a:t>MAC </a:t>
            </a:r>
            <a:r>
              <a:rPr lang="ko-KR" altLang="en-US" sz="1400"/>
              <a:t>주소를 다르게 설정해야 함</a:t>
            </a:r>
          </a:p>
          <a:p>
            <a:endParaRPr lang="ko-KR" altLang="en-US" sz="1400" dirty="0"/>
          </a:p>
          <a:p>
            <a:r>
              <a:rPr lang="en-US" altLang="ko-KR" sz="1400" dirty="0"/>
              <a:t>5. WT2837 </a:t>
            </a:r>
            <a:r>
              <a:rPr lang="ko-KR" altLang="en-US" sz="1400"/>
              <a:t>보드의 </a:t>
            </a:r>
            <a:r>
              <a:rPr lang="en-US" altLang="ko-KR" sz="1400" dirty="0"/>
              <a:t>MAC </a:t>
            </a:r>
            <a:r>
              <a:rPr lang="ko-KR" altLang="en-US" sz="1400"/>
              <a:t>주소 변경 방법 </a:t>
            </a:r>
            <a:r>
              <a:rPr lang="en-US" altLang="ko-KR" sz="1400" dirty="0"/>
              <a:t>(U-Boot</a:t>
            </a:r>
            <a:r>
              <a:rPr lang="ko-KR" altLang="en-US" sz="1400"/>
              <a:t>에서 진행해야 함</a:t>
            </a:r>
            <a:r>
              <a:rPr lang="en-US" altLang="ko-KR" sz="1400" dirty="0"/>
              <a:t>)</a:t>
            </a:r>
          </a:p>
          <a:p>
            <a:r>
              <a:rPr lang="en-US" altLang="ko-KR" sz="1400" dirty="0" err="1"/>
              <a:t>setenv</a:t>
            </a:r>
            <a:r>
              <a:rPr lang="en-US" altLang="ko-KR" sz="1400" dirty="0"/>
              <a:t> -f </a:t>
            </a:r>
            <a:r>
              <a:rPr lang="en-US" altLang="ko-KR" sz="1400" dirty="0" err="1"/>
              <a:t>ethaddr</a:t>
            </a:r>
            <a:r>
              <a:rPr lang="en-US" altLang="ko-KR" sz="1400" dirty="0"/>
              <a:t> B8:27:EB:9D:E5:C9</a:t>
            </a:r>
          </a:p>
          <a:p>
            <a:r>
              <a:rPr lang="en-US" altLang="ko-KR" sz="1400" dirty="0" err="1"/>
              <a:t>saveenv</a:t>
            </a:r>
            <a:endParaRPr lang="en-US" altLang="ko-KR" sz="1400" dirty="0"/>
          </a:p>
          <a:p>
            <a:endParaRPr lang="en-US" altLang="ko-KR" sz="1400" dirty="0"/>
          </a:p>
          <a:p>
            <a:r>
              <a:rPr lang="en-US" altLang="ko-KR" sz="1400" dirty="0"/>
              <a:t>6. </a:t>
            </a:r>
            <a:r>
              <a:rPr lang="ko-KR" altLang="en-US" sz="1400"/>
              <a:t>예를 들어 보드가 </a:t>
            </a:r>
            <a:r>
              <a:rPr lang="en-US" altLang="ko-KR" sz="1400" dirty="0"/>
              <a:t>4</a:t>
            </a:r>
            <a:r>
              <a:rPr lang="ko-KR" altLang="en-US" sz="1400"/>
              <a:t>대인 경우 아래와 같이 </a:t>
            </a:r>
            <a:r>
              <a:rPr lang="en-US" altLang="ko-KR" sz="1400" dirty="0"/>
              <a:t>MAC </a:t>
            </a:r>
            <a:r>
              <a:rPr lang="ko-KR" altLang="en-US" sz="1400"/>
              <a:t>주소를 설정하면 됨</a:t>
            </a:r>
          </a:p>
          <a:p>
            <a:r>
              <a:rPr lang="ko-KR" altLang="en-US" sz="1400" dirty="0"/>
              <a:t>보드</a:t>
            </a:r>
            <a:r>
              <a:rPr lang="en-US" altLang="ko-KR" sz="1400" dirty="0"/>
              <a:t>1: B8:27:EB:9D:E5:C8</a:t>
            </a:r>
          </a:p>
          <a:p>
            <a:r>
              <a:rPr lang="ko-KR" altLang="en-US" sz="1400" dirty="0"/>
              <a:t>보드</a:t>
            </a:r>
            <a:r>
              <a:rPr lang="en-US" altLang="ko-KR" sz="1400" dirty="0"/>
              <a:t>2: B8:27:EB:9D:E5:C9</a:t>
            </a:r>
          </a:p>
          <a:p>
            <a:r>
              <a:rPr lang="ko-KR" altLang="en-US" sz="1400" dirty="0"/>
              <a:t>보드</a:t>
            </a:r>
            <a:r>
              <a:rPr lang="en-US" altLang="ko-KR" sz="1400" dirty="0"/>
              <a:t>3: B8:27:EB:9D:E5:CA</a:t>
            </a:r>
          </a:p>
          <a:p>
            <a:r>
              <a:rPr lang="ko-KR" altLang="en-US" sz="1400" dirty="0"/>
              <a:t>보드</a:t>
            </a:r>
            <a:r>
              <a:rPr lang="en-US" altLang="ko-KR" sz="1400" dirty="0"/>
              <a:t>4: B8:27:EB:9D:E5:CB</a:t>
            </a:r>
          </a:p>
          <a:p>
            <a:endParaRPr lang="en-US" altLang="ko-KR" sz="1400" dirty="0"/>
          </a:p>
          <a:p>
            <a:r>
              <a:rPr lang="en-US" altLang="ko-KR" sz="1400" dirty="0"/>
              <a:t>===================================</a:t>
            </a:r>
          </a:p>
          <a:p>
            <a:r>
              <a:rPr lang="en-US" altLang="ko-KR" sz="1400" dirty="0"/>
              <a:t>IP </a:t>
            </a:r>
            <a:r>
              <a:rPr lang="ko-KR" altLang="en-US" sz="1400"/>
              <a:t>주소 변경 방법</a:t>
            </a:r>
          </a:p>
          <a:p>
            <a:r>
              <a:rPr lang="en-US" altLang="ko-KR" sz="1400" dirty="0"/>
              <a:t>===================================</a:t>
            </a:r>
          </a:p>
          <a:p>
            <a:r>
              <a:rPr lang="en-US" altLang="ko-KR" sz="1400" dirty="0"/>
              <a:t>1. ~/work/</a:t>
            </a:r>
            <a:r>
              <a:rPr lang="en-US" altLang="ko-KR" sz="1400" dirty="0" err="1"/>
              <a:t>myrootfs</a:t>
            </a:r>
            <a:r>
              <a:rPr lang="en-US" altLang="ko-KR" sz="1400" dirty="0"/>
              <a:t>/</a:t>
            </a:r>
            <a:r>
              <a:rPr lang="en-US" altLang="ko-KR" sz="1400" dirty="0" err="1"/>
              <a:t>rootfs</a:t>
            </a:r>
            <a:r>
              <a:rPr lang="en-US" altLang="ko-KR" sz="1400" dirty="0"/>
              <a:t>/</a:t>
            </a:r>
            <a:r>
              <a:rPr lang="en-US" altLang="ko-KR" sz="1400" dirty="0" err="1"/>
              <a:t>etc</a:t>
            </a:r>
            <a:r>
              <a:rPr lang="en-US" altLang="ko-KR" sz="1400" dirty="0"/>
              <a:t>/network/interfaces</a:t>
            </a:r>
            <a:r>
              <a:rPr lang="ko-KR" altLang="en-US" sz="1400"/>
              <a:t>에서 </a:t>
            </a:r>
            <a:r>
              <a:rPr lang="en-US" altLang="ko-KR" sz="1400" dirty="0"/>
              <a:t>192.168.10.3</a:t>
            </a:r>
            <a:r>
              <a:rPr lang="ko-KR" altLang="en-US" sz="1400"/>
              <a:t>을 희망하는 </a:t>
            </a:r>
            <a:r>
              <a:rPr lang="en-US" altLang="ko-KR" sz="1400" dirty="0"/>
              <a:t>IP </a:t>
            </a:r>
            <a:r>
              <a:rPr lang="ko-KR" altLang="en-US" sz="1400"/>
              <a:t>주소로 변경 후 </a:t>
            </a:r>
            <a:r>
              <a:rPr lang="en-US" altLang="ko-KR" sz="1400" dirty="0"/>
              <a:t>ext2img.gz</a:t>
            </a:r>
            <a:r>
              <a:rPr lang="ko-KR" altLang="en-US" sz="1400"/>
              <a:t>을 새로 생성하고 </a:t>
            </a:r>
            <a:r>
              <a:rPr lang="en-US" altLang="ko-KR" sz="1400" dirty="0"/>
              <a:t>SD </a:t>
            </a:r>
            <a:r>
              <a:rPr lang="ko-KR" altLang="en-US" sz="1400"/>
              <a:t>카드에 구움</a:t>
            </a:r>
          </a:p>
          <a:p>
            <a:r>
              <a:rPr lang="en-US" altLang="ko-KR" sz="1400" dirty="0"/>
              <a:t>2. </a:t>
            </a:r>
            <a:r>
              <a:rPr lang="ko-KR" altLang="en-US" sz="1400"/>
              <a:t>보드 부팅 후 </a:t>
            </a:r>
            <a:r>
              <a:rPr lang="en-US" altLang="ko-KR" sz="1400" dirty="0" err="1"/>
              <a:t>ifconfig</a:t>
            </a:r>
            <a:r>
              <a:rPr lang="en-US" altLang="ko-KR" sz="1400" dirty="0"/>
              <a:t> </a:t>
            </a:r>
            <a:r>
              <a:rPr lang="ko-KR" altLang="en-US" sz="1400"/>
              <a:t>명령으로 변경된 </a:t>
            </a:r>
            <a:r>
              <a:rPr lang="en-US" altLang="ko-KR" sz="1400" dirty="0"/>
              <a:t>IP </a:t>
            </a:r>
            <a:r>
              <a:rPr lang="ko-KR" altLang="en-US" sz="1400"/>
              <a:t>주소 확인</a:t>
            </a:r>
          </a:p>
          <a:p>
            <a:endParaRPr lang="ko-KR" altLang="en-US" sz="1400" dirty="0"/>
          </a:p>
          <a:p>
            <a:r>
              <a:rPr lang="en-US" altLang="ko-KR" sz="1400" dirty="0"/>
              <a:t>===================================</a:t>
            </a:r>
          </a:p>
          <a:p>
            <a:r>
              <a:rPr lang="en-US" altLang="ko-KR" sz="1400" dirty="0"/>
              <a:t>telnet </a:t>
            </a:r>
            <a:r>
              <a:rPr lang="ko-KR" altLang="en-US" sz="1400"/>
              <a:t>접속 방법</a:t>
            </a:r>
          </a:p>
          <a:p>
            <a:r>
              <a:rPr lang="en-US" altLang="ko-KR" sz="1400" dirty="0"/>
              <a:t>===================================</a:t>
            </a:r>
          </a:p>
          <a:p>
            <a:r>
              <a:rPr lang="en-US" altLang="ko-KR" sz="1400" dirty="0"/>
              <a:t>1. </a:t>
            </a:r>
            <a:r>
              <a:rPr lang="ko-KR" altLang="en-US" sz="1400"/>
              <a:t>보드 부팅 후 </a:t>
            </a:r>
            <a:r>
              <a:rPr lang="en-US" altLang="ko-KR" sz="1400" dirty="0"/>
              <a:t>Ubuntu</a:t>
            </a:r>
            <a:r>
              <a:rPr lang="ko-KR" altLang="en-US" sz="1400"/>
              <a:t>에서 아래와 같이 명령</a:t>
            </a:r>
          </a:p>
          <a:p>
            <a:r>
              <a:rPr lang="en-US" altLang="ko-KR" sz="1400" dirty="0"/>
              <a:t>telnet </a:t>
            </a:r>
            <a:r>
              <a:rPr lang="en-US" altLang="ko-KR" sz="1400" dirty="0" smtClean="0"/>
              <a:t>192.168.10.3</a:t>
            </a:r>
          </a:p>
          <a:p>
            <a:r>
              <a:rPr lang="ko-KR" altLang="en-US" sz="1400" dirty="0"/>
              <a:t>root@WT2837:~# telnetd -F -l /bin/sh -p </a:t>
            </a:r>
            <a:r>
              <a:rPr lang="ko-KR" altLang="en-US" sz="1400" dirty="0" smtClean="0"/>
              <a:t>23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5485578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4862" y="238662"/>
            <a:ext cx="141906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400" b="1" dirty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1. </a:t>
            </a:r>
            <a:r>
              <a:rPr lang="ko-KR" altLang="en-US" sz="5400" b="1" dirty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주제 및 결과 요약</a:t>
            </a:r>
          </a:p>
        </p:txBody>
      </p:sp>
      <p:sp>
        <p:nvSpPr>
          <p:cNvPr id="3" name="직사각형 2"/>
          <p:cNvSpPr/>
          <p:nvPr/>
        </p:nvSpPr>
        <p:spPr>
          <a:xfrm>
            <a:off x="884420" y="2488367"/>
            <a:ext cx="11092721" cy="112426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3200" b="1" dirty="0">
                <a:solidFill>
                  <a:schemeClr val="tx1"/>
                </a:solidFill>
              </a:rPr>
              <a:t>간략하게 </a:t>
            </a:r>
            <a:r>
              <a:rPr lang="en-US" altLang="ko-KR" sz="3200" b="1" dirty="0">
                <a:solidFill>
                  <a:schemeClr val="tx1"/>
                </a:solidFill>
              </a:rPr>
              <a:t>1 </a:t>
            </a:r>
            <a:r>
              <a:rPr lang="ko-KR" altLang="en-US" sz="3200" b="1" dirty="0">
                <a:solidFill>
                  <a:schemeClr val="tx1"/>
                </a:solidFill>
              </a:rPr>
              <a:t>페이지에 프로젝트의 주제</a:t>
            </a:r>
            <a:r>
              <a:rPr lang="en-US" altLang="ko-KR" sz="3200" b="1" dirty="0">
                <a:solidFill>
                  <a:schemeClr val="tx1"/>
                </a:solidFill>
              </a:rPr>
              <a:t>, </a:t>
            </a:r>
            <a:r>
              <a:rPr lang="ko-KR" altLang="en-US" sz="3200" b="1" dirty="0">
                <a:solidFill>
                  <a:schemeClr val="tx1"/>
                </a:solidFill>
              </a:rPr>
              <a:t>목표</a:t>
            </a:r>
            <a:r>
              <a:rPr lang="en-US" altLang="ko-KR" sz="3200" b="1" dirty="0">
                <a:solidFill>
                  <a:schemeClr val="tx1"/>
                </a:solidFill>
              </a:rPr>
              <a:t>, </a:t>
            </a:r>
            <a:r>
              <a:rPr lang="ko-KR" altLang="en-US" sz="3200" b="1" dirty="0">
                <a:solidFill>
                  <a:schemeClr val="tx1"/>
                </a:solidFill>
              </a:rPr>
              <a:t>결과를 요약</a:t>
            </a:r>
          </a:p>
        </p:txBody>
      </p:sp>
    </p:spTree>
    <p:extLst>
      <p:ext uri="{BB962C8B-B14F-4D97-AF65-F5344CB8AC3E}">
        <p14:creationId xmlns:p14="http://schemas.microsoft.com/office/powerpoint/2010/main" val="8199064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4862" y="238662"/>
            <a:ext cx="141906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400" b="1" dirty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2. </a:t>
            </a:r>
            <a:r>
              <a:rPr lang="ko-KR" altLang="en-US" sz="5400" b="1" dirty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개발 목표 및 개발 결과</a:t>
            </a:r>
          </a:p>
        </p:txBody>
      </p:sp>
      <p:sp>
        <p:nvSpPr>
          <p:cNvPr id="3" name="직사각형 2"/>
          <p:cNvSpPr/>
          <p:nvPr/>
        </p:nvSpPr>
        <p:spPr>
          <a:xfrm>
            <a:off x="884420" y="2488367"/>
            <a:ext cx="11092721" cy="2548328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buFontTx/>
              <a:buChar char="-"/>
            </a:pPr>
            <a:r>
              <a:rPr lang="ko-KR" altLang="en-US" sz="3200" b="1" dirty="0">
                <a:solidFill>
                  <a:schemeClr val="tx1"/>
                </a:solidFill>
              </a:rPr>
              <a:t>처음 기획한 개발 목표</a:t>
            </a:r>
            <a:endParaRPr lang="en-US" altLang="ko-KR" sz="3200" b="1" dirty="0">
              <a:solidFill>
                <a:schemeClr val="tx1"/>
              </a:solidFill>
            </a:endParaRPr>
          </a:p>
          <a:p>
            <a:pPr marL="457200" indent="-457200">
              <a:buFontTx/>
              <a:buChar char="-"/>
            </a:pPr>
            <a:r>
              <a:rPr lang="ko-KR" altLang="en-US" sz="3200" b="1" dirty="0">
                <a:solidFill>
                  <a:schemeClr val="tx1"/>
                </a:solidFill>
              </a:rPr>
              <a:t>실제 개발 결과 소개</a:t>
            </a:r>
            <a:endParaRPr lang="en-US" altLang="ko-KR" sz="3200" b="1" dirty="0">
              <a:solidFill>
                <a:schemeClr val="tx1"/>
              </a:solidFill>
            </a:endParaRPr>
          </a:p>
          <a:p>
            <a:pPr marL="457200" indent="-457200">
              <a:buFontTx/>
              <a:buChar char="-"/>
            </a:pPr>
            <a:r>
              <a:rPr lang="ko-KR" altLang="en-US" sz="3200" b="1" dirty="0">
                <a:solidFill>
                  <a:schemeClr val="tx1"/>
                </a:solidFill>
              </a:rPr>
              <a:t>가급적 결과 내용을 상세히 기술</a:t>
            </a:r>
            <a:endParaRPr lang="en-US" altLang="ko-KR" sz="3200" b="1" dirty="0">
              <a:solidFill>
                <a:schemeClr val="tx1"/>
              </a:solidFill>
            </a:endParaRPr>
          </a:p>
          <a:p>
            <a:pPr marL="457200" indent="-457200">
              <a:buFontTx/>
              <a:buChar char="-"/>
            </a:pPr>
            <a:r>
              <a:rPr lang="ko-KR" altLang="en-US" sz="3200" b="1" dirty="0">
                <a:solidFill>
                  <a:schemeClr val="tx1"/>
                </a:solidFill>
              </a:rPr>
              <a:t>페이지 수 무관</a:t>
            </a:r>
          </a:p>
        </p:txBody>
      </p:sp>
    </p:spTree>
    <p:extLst>
      <p:ext uri="{BB962C8B-B14F-4D97-AF65-F5344CB8AC3E}">
        <p14:creationId xmlns:p14="http://schemas.microsoft.com/office/powerpoint/2010/main" val="734323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4862" y="238662"/>
            <a:ext cx="141906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400" b="1" dirty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3. </a:t>
            </a:r>
            <a:r>
              <a:rPr lang="ko-KR" altLang="en-US" sz="5400" b="1" dirty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핵심 기술</a:t>
            </a:r>
          </a:p>
        </p:txBody>
      </p:sp>
      <p:sp>
        <p:nvSpPr>
          <p:cNvPr id="3" name="직사각형 2"/>
          <p:cNvSpPr/>
          <p:nvPr/>
        </p:nvSpPr>
        <p:spPr>
          <a:xfrm>
            <a:off x="884420" y="2488367"/>
            <a:ext cx="11092721" cy="218856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buFontTx/>
              <a:buChar char="-"/>
            </a:pPr>
            <a:r>
              <a:rPr lang="ko-KR" altLang="en-US" sz="3200" b="1" dirty="0">
                <a:solidFill>
                  <a:schemeClr val="tx1"/>
                </a:solidFill>
              </a:rPr>
              <a:t>개발에 사용된 가장 핵심적으로 구현된 기술 소개</a:t>
            </a:r>
            <a:endParaRPr lang="en-US" altLang="ko-KR" sz="3200" b="1" dirty="0">
              <a:solidFill>
                <a:schemeClr val="tx1"/>
              </a:solidFill>
            </a:endParaRPr>
          </a:p>
          <a:p>
            <a:pPr marL="457200" indent="-457200">
              <a:buFontTx/>
              <a:buChar char="-"/>
            </a:pPr>
            <a:r>
              <a:rPr lang="ko-KR" altLang="en-US" sz="3200" b="1" dirty="0">
                <a:solidFill>
                  <a:schemeClr val="tx1"/>
                </a:solidFill>
              </a:rPr>
              <a:t>기술 내용 또는 소스코드 등 다양한 방법으로 핵심을 소개</a:t>
            </a:r>
            <a:endParaRPr lang="en-US" altLang="ko-KR" sz="3200" b="1" dirty="0">
              <a:solidFill>
                <a:schemeClr val="tx1"/>
              </a:solidFill>
            </a:endParaRPr>
          </a:p>
          <a:p>
            <a:pPr marL="457200" indent="-457200">
              <a:buFontTx/>
              <a:buChar char="-"/>
            </a:pPr>
            <a:r>
              <a:rPr lang="ko-KR" altLang="en-US" sz="3200" b="1" dirty="0">
                <a:solidFill>
                  <a:schemeClr val="tx1"/>
                </a:solidFill>
              </a:rPr>
              <a:t>페이지 수 무관</a:t>
            </a:r>
          </a:p>
        </p:txBody>
      </p:sp>
    </p:spTree>
    <p:extLst>
      <p:ext uri="{BB962C8B-B14F-4D97-AF65-F5344CB8AC3E}">
        <p14:creationId xmlns:p14="http://schemas.microsoft.com/office/powerpoint/2010/main" val="33415607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4862" y="238662"/>
            <a:ext cx="141906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400" b="1" dirty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4. </a:t>
            </a:r>
            <a:r>
              <a:rPr lang="ko-KR" altLang="en-US" sz="5400" b="1" dirty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결과 분석 및 기대 효과</a:t>
            </a:r>
          </a:p>
        </p:txBody>
      </p:sp>
      <p:sp>
        <p:nvSpPr>
          <p:cNvPr id="3" name="직사각형 2"/>
          <p:cNvSpPr/>
          <p:nvPr/>
        </p:nvSpPr>
        <p:spPr>
          <a:xfrm>
            <a:off x="884420" y="2488367"/>
            <a:ext cx="11092721" cy="2458388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buFontTx/>
              <a:buChar char="-"/>
            </a:pPr>
            <a:r>
              <a:rPr lang="ko-KR" altLang="en-US" sz="3200" b="1" dirty="0">
                <a:solidFill>
                  <a:schemeClr val="tx1"/>
                </a:solidFill>
              </a:rPr>
              <a:t>결과물에 대한 성능측정 또는 목표달성 여부 등 평가</a:t>
            </a:r>
            <a:endParaRPr lang="en-US" altLang="ko-KR" sz="3200" b="1" dirty="0">
              <a:solidFill>
                <a:schemeClr val="tx1"/>
              </a:solidFill>
            </a:endParaRPr>
          </a:p>
          <a:p>
            <a:pPr marL="457200" indent="-457200">
              <a:buFontTx/>
              <a:buChar char="-"/>
            </a:pPr>
            <a:r>
              <a:rPr lang="ko-KR" altLang="en-US" sz="3200" b="1" dirty="0">
                <a:solidFill>
                  <a:schemeClr val="tx1"/>
                </a:solidFill>
              </a:rPr>
              <a:t>성능이 낮을 경우 원인 분석 및 개선책 검토 기록</a:t>
            </a:r>
            <a:endParaRPr lang="en-US" altLang="ko-KR" sz="3200" b="1" dirty="0">
              <a:solidFill>
                <a:schemeClr val="tx1"/>
              </a:solidFill>
            </a:endParaRPr>
          </a:p>
          <a:p>
            <a:pPr marL="457200" indent="-457200">
              <a:buFontTx/>
              <a:buChar char="-"/>
            </a:pPr>
            <a:r>
              <a:rPr lang="ko-KR" altLang="en-US" sz="3200" b="1" dirty="0">
                <a:solidFill>
                  <a:schemeClr val="tx1"/>
                </a:solidFill>
              </a:rPr>
              <a:t>성능이 만족했을 경우 향후 활용 가능한 기대효과 기록</a:t>
            </a:r>
            <a:endParaRPr lang="en-US" altLang="ko-KR" sz="3200" b="1" dirty="0">
              <a:solidFill>
                <a:schemeClr val="tx1"/>
              </a:solidFill>
            </a:endParaRPr>
          </a:p>
          <a:p>
            <a:pPr marL="457200" indent="-457200">
              <a:buFontTx/>
              <a:buChar char="-"/>
            </a:pPr>
            <a:r>
              <a:rPr lang="ko-KR" altLang="en-US" sz="3200" b="1" dirty="0">
                <a:solidFill>
                  <a:schemeClr val="tx1"/>
                </a:solidFill>
              </a:rPr>
              <a:t>가급적 </a:t>
            </a:r>
            <a:r>
              <a:rPr lang="en-US" altLang="ko-KR" sz="3200" b="1" dirty="0">
                <a:solidFill>
                  <a:schemeClr val="tx1"/>
                </a:solidFill>
              </a:rPr>
              <a:t>1 </a:t>
            </a:r>
            <a:r>
              <a:rPr lang="ko-KR" altLang="en-US" sz="3200" b="1" dirty="0">
                <a:solidFill>
                  <a:schemeClr val="tx1"/>
                </a:solidFill>
              </a:rPr>
              <a:t>페이지로 정리</a:t>
            </a:r>
          </a:p>
        </p:txBody>
      </p:sp>
    </p:spTree>
    <p:extLst>
      <p:ext uri="{BB962C8B-B14F-4D97-AF65-F5344CB8AC3E}">
        <p14:creationId xmlns:p14="http://schemas.microsoft.com/office/powerpoint/2010/main" val="32567403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4862" y="238662"/>
            <a:ext cx="141906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400" b="1" dirty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5. </a:t>
            </a:r>
            <a:r>
              <a:rPr lang="ko-KR" altLang="en-US" sz="5400" b="1" dirty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향후 연구 과제</a:t>
            </a:r>
          </a:p>
        </p:txBody>
      </p:sp>
      <p:sp>
        <p:nvSpPr>
          <p:cNvPr id="3" name="직사각형 2"/>
          <p:cNvSpPr/>
          <p:nvPr/>
        </p:nvSpPr>
        <p:spPr>
          <a:xfrm>
            <a:off x="884420" y="2488367"/>
            <a:ext cx="11092721" cy="179882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buFontTx/>
              <a:buChar char="-"/>
            </a:pPr>
            <a:r>
              <a:rPr lang="ko-KR" altLang="en-US" sz="3200" b="1" dirty="0">
                <a:solidFill>
                  <a:schemeClr val="tx1"/>
                </a:solidFill>
              </a:rPr>
              <a:t>개발 결과물의 추후 개선점</a:t>
            </a:r>
            <a:r>
              <a:rPr lang="en-US" altLang="ko-KR" sz="3200" b="1" dirty="0">
                <a:solidFill>
                  <a:schemeClr val="tx1"/>
                </a:solidFill>
              </a:rPr>
              <a:t>, </a:t>
            </a:r>
            <a:r>
              <a:rPr lang="ko-KR" altLang="en-US" sz="3200" b="1" dirty="0">
                <a:solidFill>
                  <a:schemeClr val="tx1"/>
                </a:solidFill>
              </a:rPr>
              <a:t>후속 개발 주제 등에 대한 내용</a:t>
            </a:r>
            <a:endParaRPr lang="en-US" altLang="ko-KR" sz="3200" b="1" dirty="0">
              <a:solidFill>
                <a:schemeClr val="tx1"/>
              </a:solidFill>
            </a:endParaRPr>
          </a:p>
          <a:p>
            <a:pPr marL="457200" indent="-457200">
              <a:buFontTx/>
              <a:buChar char="-"/>
            </a:pPr>
            <a:r>
              <a:rPr lang="ko-KR" altLang="en-US" sz="3200" b="1" dirty="0">
                <a:solidFill>
                  <a:schemeClr val="tx1"/>
                </a:solidFill>
              </a:rPr>
              <a:t>가급적 </a:t>
            </a:r>
            <a:r>
              <a:rPr lang="en-US" altLang="ko-KR" sz="3200" b="1" dirty="0">
                <a:solidFill>
                  <a:schemeClr val="tx1"/>
                </a:solidFill>
              </a:rPr>
              <a:t>1</a:t>
            </a:r>
            <a:r>
              <a:rPr lang="ko-KR" altLang="en-US" sz="3200" b="1" dirty="0">
                <a:solidFill>
                  <a:schemeClr val="tx1"/>
                </a:solidFill>
              </a:rPr>
              <a:t>페이지로 요약</a:t>
            </a:r>
          </a:p>
        </p:txBody>
      </p:sp>
    </p:spTree>
    <p:extLst>
      <p:ext uri="{BB962C8B-B14F-4D97-AF65-F5344CB8AC3E}">
        <p14:creationId xmlns:p14="http://schemas.microsoft.com/office/powerpoint/2010/main" val="30190126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4862" y="238662"/>
            <a:ext cx="141906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400" b="1" dirty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6. </a:t>
            </a:r>
            <a:r>
              <a:rPr lang="ko-KR" altLang="en-US" sz="5400" b="1" dirty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프로젝트 수행 후기</a:t>
            </a:r>
          </a:p>
        </p:txBody>
      </p:sp>
      <p:sp>
        <p:nvSpPr>
          <p:cNvPr id="3" name="직사각형 2"/>
          <p:cNvSpPr/>
          <p:nvPr/>
        </p:nvSpPr>
        <p:spPr>
          <a:xfrm>
            <a:off x="884420" y="2488367"/>
            <a:ext cx="11092721" cy="220355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buFontTx/>
              <a:buChar char="-"/>
            </a:pPr>
            <a:r>
              <a:rPr lang="ko-KR" altLang="en-US" sz="3200" b="1" dirty="0">
                <a:solidFill>
                  <a:schemeClr val="tx1"/>
                </a:solidFill>
              </a:rPr>
              <a:t>프로젝트 수행에 따른 </a:t>
            </a:r>
            <a:r>
              <a:rPr lang="ko-KR" altLang="en-US" sz="3200" b="1" dirty="0" err="1">
                <a:solidFill>
                  <a:schemeClr val="tx1"/>
                </a:solidFill>
              </a:rPr>
              <a:t>느낀점</a:t>
            </a:r>
            <a:endParaRPr lang="en-US" altLang="ko-KR" sz="3200" b="1" dirty="0">
              <a:solidFill>
                <a:schemeClr val="tx1"/>
              </a:solidFill>
            </a:endParaRPr>
          </a:p>
          <a:p>
            <a:pPr marL="457200" indent="-457200">
              <a:buFontTx/>
              <a:buChar char="-"/>
            </a:pPr>
            <a:r>
              <a:rPr lang="ko-KR" altLang="en-US" sz="3200" b="1" dirty="0" err="1">
                <a:solidFill>
                  <a:schemeClr val="tx1"/>
                </a:solidFill>
              </a:rPr>
              <a:t>개발중</a:t>
            </a:r>
            <a:r>
              <a:rPr lang="ko-KR" altLang="en-US" sz="3200" b="1" dirty="0">
                <a:solidFill>
                  <a:schemeClr val="tx1"/>
                </a:solidFill>
              </a:rPr>
              <a:t> 어려웠던 점 그리고 이를 극복한 사연 등</a:t>
            </a:r>
            <a:endParaRPr lang="en-US" altLang="ko-KR" sz="3200" b="1" dirty="0">
              <a:solidFill>
                <a:schemeClr val="tx1"/>
              </a:solidFill>
            </a:endParaRPr>
          </a:p>
          <a:p>
            <a:pPr marL="457200" indent="-457200">
              <a:buFontTx/>
              <a:buChar char="-"/>
            </a:pPr>
            <a:r>
              <a:rPr lang="ko-KR" altLang="en-US" sz="3200" b="1" dirty="0">
                <a:solidFill>
                  <a:schemeClr val="tx1"/>
                </a:solidFill>
              </a:rPr>
              <a:t>교육과 프로젝트를 마무리한 소회 등</a:t>
            </a:r>
            <a:r>
              <a:rPr lang="en-US" altLang="ko-KR" sz="3200" b="1" dirty="0">
                <a:solidFill>
                  <a:schemeClr val="tx1"/>
                </a:solidFill>
              </a:rPr>
              <a:t>… 1</a:t>
            </a:r>
            <a:r>
              <a:rPr lang="ko-KR" altLang="en-US" sz="3200" b="1" dirty="0">
                <a:solidFill>
                  <a:schemeClr val="tx1"/>
                </a:solidFill>
              </a:rPr>
              <a:t>페이지로 정리 </a:t>
            </a:r>
          </a:p>
        </p:txBody>
      </p:sp>
    </p:spTree>
    <p:extLst>
      <p:ext uri="{BB962C8B-B14F-4D97-AF65-F5344CB8AC3E}">
        <p14:creationId xmlns:p14="http://schemas.microsoft.com/office/powerpoint/2010/main" val="24772826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1324</TotalTime>
  <Words>1031</Words>
  <Application>Microsoft Office PowerPoint</Application>
  <PresentationFormat>사용자 지정</PresentationFormat>
  <Paragraphs>246</Paragraphs>
  <Slides>21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29" baseType="lpstr">
      <vt:lpstr>LG스마트체2.0 Light</vt:lpstr>
      <vt:lpstr>LG스마트체2.0 Regular</vt:lpstr>
      <vt:lpstr>LG스마트체2.0 SemiBold</vt:lpstr>
      <vt:lpstr>맑은 고딕</vt:lpstr>
      <vt:lpstr>Arial</vt:lpstr>
      <vt:lpstr>Calibri</vt:lpstr>
      <vt:lpstr>Wingdings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mangoboard.net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SW Reskilling 오리엔테이션</dc:title>
  <dc:subject>Presentation</dc:subject>
  <dc:creator>mangoboard.net_22081255</dc:creator>
  <cp:lastModifiedBy>엄제원/연구원/Location Unit(jewon.eom@lge.com)</cp:lastModifiedBy>
  <cp:revision>109</cp:revision>
  <dcterms:created xsi:type="dcterms:W3CDTF">2022-12-09T16:47:26Z</dcterms:created>
  <dcterms:modified xsi:type="dcterms:W3CDTF">2026-04-19T23:36:01Z</dcterms:modified>
</cp:coreProperties>
</file>