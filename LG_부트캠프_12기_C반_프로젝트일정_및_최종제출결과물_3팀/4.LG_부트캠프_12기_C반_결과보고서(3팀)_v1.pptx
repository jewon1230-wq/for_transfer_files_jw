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59" r:id="rId4"/>
    <p:sldId id="266" r:id="rId5"/>
    <p:sldId id="267" r:id="rId6"/>
    <p:sldId id="277" r:id="rId7"/>
    <p:sldId id="269" r:id="rId8"/>
    <p:sldId id="271" r:id="rId9"/>
    <p:sldId id="272" r:id="rId10"/>
    <p:sldId id="274" r:id="rId11"/>
    <p:sldId id="275" r:id="rId12"/>
    <p:sldId id="276" r:id="rId13"/>
    <p:sldId id="270" r:id="rId14"/>
    <p:sldId id="273" r:id="rId15"/>
    <p:sldId id="268" r:id="rId16"/>
    <p:sldId id="260" r:id="rId17"/>
    <p:sldId id="261" r:id="rId18"/>
    <p:sldId id="262" r:id="rId19"/>
    <p:sldId id="263" r:id="rId20"/>
    <p:sldId id="264" r:id="rId21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 varScale="1">
        <p:scale>
          <a:sx n="81" d="100"/>
          <a:sy n="81" d="100"/>
        </p:scale>
        <p:origin x="462" y="-78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제목을 기입합니다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홍길동 </a:t>
            </a:r>
            <a:r>
              <a:rPr lang="ko-KR" altLang="en-US" sz="2800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갑돌이</a:t>
            </a:r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돌돌이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sz="2000" b="1" dirty="0">
                <a:solidFill>
                  <a:schemeClr val="tx1"/>
                </a:solidFill>
              </a:rPr>
              <a:t>telnet </a:t>
            </a:r>
            <a:r>
              <a:rPr lang="ko-KR" altLang="en-US" sz="2000" b="1">
                <a:solidFill>
                  <a:schemeClr val="tx1"/>
                </a:solidFill>
              </a:rPr>
              <a:t>끊기는 경우</a:t>
            </a:r>
            <a:r>
              <a:rPr lang="en-US" altLang="ko-KR" sz="2000" b="1" dirty="0">
                <a:solidFill>
                  <a:schemeClr val="tx1"/>
                </a:solidFill>
              </a:rPr>
              <a:t>..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000" b="1" smtClean="0">
                <a:solidFill>
                  <a:schemeClr val="tx1"/>
                </a:solidFill>
              </a:rPr>
              <a:t>보드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2,3 </a:t>
            </a:r>
            <a:r>
              <a:rPr lang="en-US" altLang="ko-KR" sz="2000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000" b="1" smtClean="0">
                <a:solidFill>
                  <a:schemeClr val="tx1"/>
                </a:solidFill>
              </a:rPr>
              <a:t>이미지 구워서 </a:t>
            </a:r>
            <a:r>
              <a:rPr lang="ko-KR" altLang="en-US" sz="2000" b="1" smtClean="0">
                <a:solidFill>
                  <a:schemeClr val="tx1"/>
                </a:solidFill>
              </a:rPr>
              <a:t>업로드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000" b="1" smtClean="0">
                <a:solidFill>
                  <a:schemeClr val="tx1"/>
                </a:solidFill>
              </a:rPr>
              <a:t>완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)</a:t>
            </a:r>
            <a:endParaRPr lang="en-US" altLang="ko-KR" sz="2000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sz="2000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sz="2000" b="1" dirty="0" smtClean="0">
                <a:solidFill>
                  <a:schemeClr val="tx1"/>
                </a:solidFill>
              </a:rPr>
              <a:t>표시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000" b="1" smtClean="0">
                <a:solidFill>
                  <a:schemeClr val="tx1"/>
                </a:solidFill>
              </a:rPr>
              <a:t>완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sz="2000" b="1" dirty="0">
                <a:solidFill>
                  <a:schemeClr val="tx1"/>
                </a:solidFill>
              </a:rPr>
              <a:t> – </a:t>
            </a:r>
            <a:r>
              <a:rPr lang="ko-KR" altLang="en-US" sz="2000" b="1">
                <a:solidFill>
                  <a:schemeClr val="tx1"/>
                </a:solidFill>
              </a:rPr>
              <a:t>다이소 디스크 펜 </a:t>
            </a:r>
            <a:r>
              <a:rPr lang="en-US" altLang="ko-KR" sz="2000" b="1" dirty="0">
                <a:solidFill>
                  <a:schemeClr val="tx1"/>
                </a:solidFill>
              </a:rPr>
              <a:t>1000</a:t>
            </a:r>
            <a:r>
              <a:rPr lang="ko-KR" altLang="en-US" sz="2000" b="1">
                <a:solidFill>
                  <a:schemeClr val="tx1"/>
                </a:solidFill>
              </a:rPr>
              <a:t>원짜리 </a:t>
            </a:r>
            <a:r>
              <a:rPr lang="en-US" altLang="ko-KR" sz="2000" b="1" dirty="0">
                <a:solidFill>
                  <a:schemeClr val="tx1"/>
                </a:solidFill>
              </a:rPr>
              <a:t>(</a:t>
            </a:r>
            <a:r>
              <a:rPr lang="ko-KR" altLang="en-US" sz="2000" b="1">
                <a:solidFill>
                  <a:schemeClr val="tx1"/>
                </a:solidFill>
              </a:rPr>
              <a:t>완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>
                <a:solidFill>
                  <a:schemeClr val="tx1"/>
                </a:solidFill>
              </a:rPr>
              <a:t>지우개 기능</a:t>
            </a:r>
            <a:r>
              <a:rPr lang="en-US" altLang="ko-KR" sz="2000" b="1" dirty="0">
                <a:solidFill>
                  <a:schemeClr val="tx1"/>
                </a:solidFill>
              </a:rPr>
              <a:t>(</a:t>
            </a:r>
            <a:r>
              <a:rPr lang="ko-KR" altLang="en-US" sz="2000" b="1">
                <a:solidFill>
                  <a:schemeClr val="tx1"/>
                </a:solidFill>
              </a:rPr>
              <a:t>완</a:t>
            </a:r>
            <a:r>
              <a:rPr lang="en-US" altLang="ko-KR" sz="2000" b="1" dirty="0">
                <a:solidFill>
                  <a:schemeClr val="tx1"/>
                </a:solidFill>
              </a:rPr>
              <a:t>)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 smtClean="0">
                <a:solidFill>
                  <a:schemeClr val="tx1"/>
                </a:solidFill>
              </a:rPr>
              <a:t>구현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sz="2000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sz="2000" b="1" smtClean="0">
                <a:solidFill>
                  <a:schemeClr val="tx1"/>
                </a:solidFill>
              </a:rPr>
              <a:t>리눅스 </a:t>
            </a:r>
            <a:r>
              <a:rPr lang="ko-KR" altLang="en-US" sz="2000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sz="2000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sz="2000" b="1" smtClean="0">
                <a:solidFill>
                  <a:schemeClr val="tx1"/>
                </a:solidFill>
              </a:rPr>
              <a:t>보드에 업로드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–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BGM </a:t>
            </a:r>
            <a:r>
              <a:rPr lang="ko-KR" altLang="en-US" sz="2000" b="1" smtClean="0">
                <a:solidFill>
                  <a:schemeClr val="tx1"/>
                </a:solidFill>
              </a:rPr>
              <a:t>추가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 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 smtClean="0">
                <a:solidFill>
                  <a:schemeClr val="tx1"/>
                </a:solidFill>
              </a:rPr>
              <a:t>출제자 화면에 제시어 출력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sz="2000" b="1" smtClean="0">
                <a:solidFill>
                  <a:schemeClr val="tx1"/>
                </a:solidFill>
              </a:rPr>
              <a:t>참가자 화면에도 지우개 기능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 smtClean="0">
                <a:solidFill>
                  <a:schemeClr val="tx1"/>
                </a:solidFill>
              </a:rPr>
              <a:t>음악 </a:t>
            </a:r>
            <a:r>
              <a:rPr lang="ko-KR" altLang="en-US" sz="2000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sz="2000" b="1" dirty="0" smtClean="0">
                <a:solidFill>
                  <a:schemeClr val="tx1"/>
                </a:solidFill>
              </a:rPr>
              <a:t> 맞추기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 smtClean="0">
                <a:solidFill>
                  <a:schemeClr val="tx1"/>
                </a:solidFill>
              </a:rPr>
              <a:t>일정 </a:t>
            </a:r>
            <a:r>
              <a:rPr lang="ko-KR" altLang="en-US" sz="2000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sz="2000" b="1" dirty="0" smtClean="0">
                <a:solidFill>
                  <a:schemeClr val="tx1"/>
                </a:solidFill>
              </a:rPr>
              <a:t>출력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sz="2000" b="1" dirty="0" smtClean="0">
                <a:solidFill>
                  <a:schemeClr val="tx1"/>
                </a:solidFill>
              </a:rPr>
              <a:t>UI </a:t>
            </a:r>
            <a:r>
              <a:rPr lang="ko-KR" altLang="en-US" sz="2000" b="1" smtClean="0">
                <a:solidFill>
                  <a:schemeClr val="tx1"/>
                </a:solidFill>
              </a:rPr>
              <a:t>화면 추가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000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000" b="1" smtClean="0">
                <a:solidFill>
                  <a:schemeClr val="tx1"/>
                </a:solidFill>
              </a:rPr>
              <a:t>케릭터 추가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000" b="1" smtClean="0">
                <a:solidFill>
                  <a:schemeClr val="tx1"/>
                </a:solidFill>
              </a:rPr>
              <a:t>제한 시간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: 30</a:t>
            </a:r>
            <a:r>
              <a:rPr lang="ko-KR" altLang="en-US" sz="2000" b="1" smtClean="0">
                <a:solidFill>
                  <a:schemeClr val="tx1"/>
                </a:solidFill>
              </a:rPr>
              <a:t>초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)</a:t>
            </a:r>
            <a:r>
              <a:rPr lang="ko-KR" altLang="en-US" sz="2000" b="1" smtClean="0">
                <a:solidFill>
                  <a:schemeClr val="tx1"/>
                </a:solidFill>
              </a:rPr>
              <a:t> 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000" b="1" dirty="0" smtClean="0">
                <a:solidFill>
                  <a:schemeClr val="tx1"/>
                </a:solidFill>
              </a:rPr>
              <a:t> 룰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(5</a:t>
            </a:r>
            <a:r>
              <a:rPr lang="ko-KR" altLang="en-US" sz="2000" b="1" smtClean="0">
                <a:solidFill>
                  <a:schemeClr val="tx1"/>
                </a:solidFill>
              </a:rPr>
              <a:t>라운드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, 60</a:t>
            </a:r>
            <a:r>
              <a:rPr lang="ko-KR" altLang="en-US" sz="2000" b="1" smtClean="0">
                <a:solidFill>
                  <a:schemeClr val="tx1"/>
                </a:solidFill>
              </a:rPr>
              <a:t>초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-&gt; 0</a:t>
            </a:r>
            <a:r>
              <a:rPr lang="ko-KR" altLang="en-US" sz="2000" b="1" smtClean="0">
                <a:solidFill>
                  <a:schemeClr val="tx1"/>
                </a:solidFill>
              </a:rPr>
              <a:t>초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)</a:t>
            </a:r>
            <a:endParaRPr lang="en-US" altLang="ko-KR" sz="2000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sz="2000" b="1" dirty="0" smtClean="0">
                <a:solidFill>
                  <a:schemeClr val="tx1"/>
                </a:solidFill>
              </a:rPr>
              <a:t>60 ~ 30</a:t>
            </a:r>
            <a:r>
              <a:rPr lang="ko-KR" altLang="en-US" sz="2000" b="1" smtClean="0">
                <a:solidFill>
                  <a:schemeClr val="tx1"/>
                </a:solidFill>
              </a:rPr>
              <a:t>초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,</a:t>
            </a:r>
            <a:r>
              <a:rPr lang="ko-KR" altLang="en-US" sz="2000" b="1" smtClean="0">
                <a:solidFill>
                  <a:schemeClr val="tx1"/>
                </a:solidFill>
              </a:rPr>
              <a:t> 출제자가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2</a:t>
            </a:r>
            <a:r>
              <a:rPr lang="ko-KR" altLang="en-US" sz="2000" b="1" smtClean="0">
                <a:solidFill>
                  <a:schemeClr val="tx1"/>
                </a:solidFill>
              </a:rPr>
              <a:t>점 획득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000" b="1" smtClean="0">
                <a:solidFill>
                  <a:schemeClr val="tx1"/>
                </a:solidFill>
              </a:rPr>
              <a:t>참가자는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000" b="1" smtClean="0">
                <a:solidFill>
                  <a:schemeClr val="tx1"/>
                </a:solidFill>
              </a:rPr>
              <a:t>점 획득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sz="2000" b="1" dirty="0" smtClean="0">
                <a:solidFill>
                  <a:schemeClr val="tx1"/>
                </a:solidFill>
              </a:rPr>
              <a:t>30</a:t>
            </a:r>
            <a:r>
              <a:rPr lang="ko-KR" altLang="en-US" sz="2000" b="1">
                <a:solidFill>
                  <a:schemeClr val="tx1"/>
                </a:solidFill>
              </a:rPr>
              <a:t>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~ 0</a:t>
            </a:r>
            <a:r>
              <a:rPr lang="ko-KR" altLang="en-US" sz="2000" b="1" smtClean="0">
                <a:solidFill>
                  <a:schemeClr val="tx1"/>
                </a:solidFill>
              </a:rPr>
              <a:t>초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b="1" smtClean="0">
                <a:solidFill>
                  <a:schemeClr val="tx1"/>
                </a:solidFill>
              </a:rPr>
              <a:t>힌트 출력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000" b="1" smtClean="0">
                <a:solidFill>
                  <a:schemeClr val="tx1"/>
                </a:solidFill>
              </a:rPr>
              <a:t>카테고리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). </a:t>
            </a:r>
            <a:r>
              <a:rPr lang="ko-KR" altLang="en-US" sz="2000" b="1" smtClean="0">
                <a:solidFill>
                  <a:schemeClr val="tx1"/>
                </a:solidFill>
              </a:rPr>
              <a:t>출제자의 </a:t>
            </a:r>
            <a:r>
              <a:rPr lang="ko-KR" altLang="en-US" sz="2000" b="1">
                <a:solidFill>
                  <a:schemeClr val="tx1"/>
                </a:solidFill>
              </a:rPr>
              <a:t>문제를 맞추면</a:t>
            </a:r>
            <a:r>
              <a:rPr lang="en-US" altLang="ko-KR" sz="2000" b="1" dirty="0">
                <a:solidFill>
                  <a:schemeClr val="tx1"/>
                </a:solidFill>
              </a:rPr>
              <a:t>,</a:t>
            </a:r>
            <a:r>
              <a:rPr lang="ko-KR" altLang="en-US" sz="2000" b="1">
                <a:solidFill>
                  <a:schemeClr val="tx1"/>
                </a:solidFill>
              </a:rPr>
              <a:t> </a:t>
            </a:r>
            <a:r>
              <a:rPr lang="ko-KR" altLang="en-US" sz="2000" b="1">
                <a:solidFill>
                  <a:schemeClr val="tx1"/>
                </a:solidFill>
              </a:rPr>
              <a:t>출제자가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000" b="1" smtClean="0">
                <a:solidFill>
                  <a:schemeClr val="tx1"/>
                </a:solidFill>
              </a:rPr>
              <a:t>점 </a:t>
            </a:r>
            <a:r>
              <a:rPr lang="ko-KR" altLang="en-US" sz="2000" b="1">
                <a:solidFill>
                  <a:schemeClr val="tx1"/>
                </a:solidFill>
              </a:rPr>
              <a:t>획득</a:t>
            </a:r>
            <a:r>
              <a:rPr lang="en-US" altLang="ko-KR" sz="2000" b="1" dirty="0">
                <a:solidFill>
                  <a:schemeClr val="tx1"/>
                </a:solidFill>
              </a:rPr>
              <a:t>, </a:t>
            </a:r>
            <a:r>
              <a:rPr lang="ko-KR" altLang="en-US" sz="2000" b="1">
                <a:solidFill>
                  <a:schemeClr val="tx1"/>
                </a:solidFill>
              </a:rPr>
              <a:t>참가자는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2</a:t>
            </a:r>
            <a:r>
              <a:rPr lang="ko-KR" altLang="en-US" sz="2000" b="1" smtClean="0">
                <a:solidFill>
                  <a:schemeClr val="tx1"/>
                </a:solidFill>
              </a:rPr>
              <a:t>점 획득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sz="2000" b="1" dirty="0" smtClean="0">
                <a:solidFill>
                  <a:schemeClr val="tx1"/>
                </a:solidFill>
              </a:rPr>
              <a:t>0</a:t>
            </a:r>
            <a:r>
              <a:rPr lang="ko-KR" altLang="en-US" sz="2000" b="1" smtClean="0">
                <a:solidFill>
                  <a:schemeClr val="tx1"/>
                </a:solidFill>
              </a:rPr>
              <a:t>초 이후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b="1" smtClean="0">
                <a:solidFill>
                  <a:schemeClr val="tx1"/>
                </a:solidFill>
              </a:rPr>
              <a:t>바로 종료 후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000" b="1" smtClean="0">
                <a:solidFill>
                  <a:schemeClr val="tx1"/>
                </a:solidFill>
              </a:rPr>
              <a:t>정답 공개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000" b="1" smtClean="0">
                <a:solidFill>
                  <a:schemeClr val="tx1"/>
                </a:solidFill>
              </a:rPr>
              <a:t>출제자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000" b="1" smtClean="0">
                <a:solidFill>
                  <a:schemeClr val="tx1"/>
                </a:solidFill>
              </a:rPr>
              <a:t>점 감점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000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 smtClean="0">
                <a:solidFill>
                  <a:schemeClr val="tx1"/>
                </a:solidFill>
              </a:rPr>
              <a:t>기타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>
                <a:solidFill>
                  <a:schemeClr val="tx1"/>
                </a:solidFill>
              </a:rPr>
              <a:t>팀 소개 영상 </a:t>
            </a:r>
            <a:r>
              <a:rPr lang="en-US" altLang="ko-KR" sz="2000" b="1" dirty="0">
                <a:solidFill>
                  <a:schemeClr val="tx1"/>
                </a:solidFill>
              </a:rPr>
              <a:t>– </a:t>
            </a:r>
            <a:r>
              <a:rPr lang="ko-KR" altLang="en-US" sz="2000" b="1">
                <a:solidFill>
                  <a:schemeClr val="tx1"/>
                </a:solidFill>
              </a:rPr>
              <a:t>월요일 </a:t>
            </a:r>
            <a:r>
              <a:rPr lang="ko-KR" altLang="en-US" sz="2000" b="1">
                <a:solidFill>
                  <a:schemeClr val="tx1"/>
                </a:solidFill>
              </a:rPr>
              <a:t>오후 </a:t>
            </a:r>
            <a:r>
              <a:rPr lang="ko-KR" altLang="en-US" sz="2000" b="1" smtClean="0">
                <a:solidFill>
                  <a:schemeClr val="tx1"/>
                </a:solidFill>
              </a:rPr>
              <a:t>한시까지 제출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sz="2000" b="1" dirty="0" err="1" smtClean="0">
                <a:solidFill>
                  <a:schemeClr val="tx1"/>
                </a:solidFill>
              </a:rPr>
              <a:t>Github</a:t>
            </a:r>
            <a:r>
              <a:rPr lang="ko-KR" altLang="en-US" sz="2000" b="1" smtClean="0">
                <a:solidFill>
                  <a:schemeClr val="tx1"/>
                </a:solidFill>
              </a:rPr>
              <a:t> </a:t>
            </a:r>
            <a:r>
              <a:rPr lang="ko-KR" altLang="en-US" sz="2000" b="1" smtClean="0">
                <a:solidFill>
                  <a:schemeClr val="tx1"/>
                </a:solidFill>
              </a:rPr>
              <a:t>업로드 방법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000" b="1" smtClean="0">
                <a:solidFill>
                  <a:schemeClr val="tx1"/>
                </a:solidFill>
              </a:rPr>
              <a:t>찾기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 – </a:t>
            </a:r>
            <a:r>
              <a:rPr lang="en-US" altLang="ko-KR" sz="2000" b="1" dirty="0" err="1" smtClean="0">
                <a:solidFill>
                  <a:schemeClr val="tx1"/>
                </a:solidFill>
              </a:rPr>
              <a:t>i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-privacy </a:t>
            </a:r>
            <a:r>
              <a:rPr lang="ko-KR" altLang="en-US" sz="2000" b="1" smtClean="0">
                <a:solidFill>
                  <a:schemeClr val="tx1"/>
                </a:solidFill>
              </a:rPr>
              <a:t>허가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000" b="1" smtClean="0">
                <a:solidFill>
                  <a:schemeClr val="tx1"/>
                </a:solidFill>
              </a:rPr>
              <a:t>안해줄듯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sz="2000" b="1" dirty="0" smtClean="0">
                <a:solidFill>
                  <a:schemeClr val="tx1"/>
                </a:solidFill>
              </a:rPr>
              <a:t>전시회 시연 고려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– </a:t>
            </a:r>
            <a:r>
              <a:rPr lang="en-US" altLang="ko-KR" sz="2000" b="1" dirty="0" smtClean="0">
                <a:solidFill>
                  <a:schemeClr val="tx1"/>
                </a:solidFill>
              </a:rPr>
              <a:t>PC </a:t>
            </a:r>
            <a:r>
              <a:rPr lang="ko-KR" altLang="en-US" sz="2000" b="1" smtClean="0">
                <a:solidFill>
                  <a:schemeClr val="tx1"/>
                </a:solidFill>
              </a:rPr>
              <a:t>모니터에 띄울 수 있는지</a:t>
            </a:r>
            <a:endParaRPr lang="en-US" altLang="ko-KR" sz="2000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endParaRPr lang="en-US" altLang="ko-KR" sz="2400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>
              <a:lnSpc>
                <a:spcPct val="150000"/>
              </a:lnSpc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1739591" y="2631786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0176"/>
              <a:ext cx="876627" cy="293920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smtClean="0"/>
                <a:t>남은 시간</a:t>
              </a:r>
              <a:endParaRPr lang="ko-KR" altLang="en-US" sz="1400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-690380" y="7570611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81990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73432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34156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3256740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3019012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2477282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1136</TotalTime>
  <Words>1062</Words>
  <Application>Microsoft Office PowerPoint</Application>
  <PresentationFormat>사용자 지정</PresentationFormat>
  <Paragraphs>221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97</cp:revision>
  <dcterms:created xsi:type="dcterms:W3CDTF">2022-12-09T16:47:26Z</dcterms:created>
  <dcterms:modified xsi:type="dcterms:W3CDTF">2026-04-17T03:10:41Z</dcterms:modified>
</cp:coreProperties>
</file>